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- По заданным валентностям составляю простую формулу.</a:t>
            </a:r>
          </a:p>
          <a:p>
            <a:r>
              <a:t>- Нахожу относительную массу по индексам.</a:t>
            </a:r>
          </a:p>
          <a:p>
            <a:r>
              <a:t>- Рассчитываю массовую долю элемента.</a:t>
            </a:r>
          </a:p>
          <a:p>
            <a:r>
              <a:t>- Сохраняю атомы и массу всей замкнутой системы.</a:t>
            </a:r>
          </a:p>
          <a:p>
            <a:r>
              <a:t>- Уравниваю готовую схему; различаю соединение и разложение.</a:t>
            </a:r>
          </a:p>
          <a:p/>
          <a:p>
            <a:r>
              <a:t>Входной вопрос: сколько H и O в 3H₂O? Как найти 25% от 80 г?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0–10 минут. Взять не более двух вопросов pre-work. Это вход по неделе 1, а не проверка новых понятий до объяснения. Все цели сначала объясняем на этом уроке.</a:t>
            </a:r>
          </a:p>
          <a:p/>
          <a:p>
            <a:r>
              <a:t>### Раскрытие ответа</a:t>
            </a:r>
          </a:p>
          <a:p/>
          <a:p>
            <a:r>
              <a:t>3H₂O: H = 3·2 = 6, O = 3·1 = 3, всего 9 атомов. 80·0,25 = 20 г, целое — 80 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Бинарное соединение содержит два элемента. В наших простых формулах число атомов × заданная валентность должно совпасть для обоих элементов.</a:t>
            </a:r>
          </a:p>
          <a:p/>
          <a:p>
            <a:r>
              <a:t>1. Запиши символы в заданном порядке.</a:t>
            </a:r>
          </a:p>
          <a:p>
            <a:r>
              <a:t>2. Найди НОК двух валентностей.</a:t>
            </a:r>
          </a:p>
          <a:p>
            <a:r>
              <a:t>3. Раздели НОК на каждую валентность — получишь индексы.</a:t>
            </a:r>
          </a:p>
          <a:p>
            <a:r>
              <a:t>4. Возьми наименьшие целые индексы; 1 не пиши.</a:t>
            </a:r>
          </a:p>
          <a:p>
            <a:r>
              <a:t>5. Проверь равенство произведений.</a:t>
            </a:r>
          </a:p>
          <a:p/>
          <a:p>
            <a:r>
              <a:t>Число II в условии — валентность, а не индекс в формуле.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L1. Определение валентности проговорить до алгоритма по плану. Значения даны; не учим выводить их из зарядов или строения атома. Не объявлять валентность элемента одинаковой во всех веществах.</a:t>
            </a:r>
          </a:p>
          <a:p/>
          <a:p>
            <a:r>
              <a:t>### Раскрытие ответа</a:t>
            </a:r>
          </a:p>
          <a:p/>
          <a:p>
            <a:r>
              <a:t>Если оба значения II, НОК = 2; каждый индекс 2/2 = 1. Равенство 1·II = 1·II выполняется.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**Mg(II) и Cl(I)**: НОК(2, 1) = 2. Индексы Mg: 2/2 = 1; Cl: 2/1 = 2. **MgCl₂**.</a:t>
            </a:r>
          </a:p>
          <a:p/>
          <a:p>
            <a:r>
              <a:t>**Al(III) и O(II)**: НОК(3, 2) = 6. Индексы Al: 6/3 = 2; O: 6/2 = 3. **Al₂O₃**.</a:t>
            </a:r>
          </a:p>
          <a:p/>
          <a:p>
            <a:r>
              <a:t>Задание после объяснения: для каждой формулы проверь произведение индекса на валентность.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L1. Показывать по одному примеру. В MgCl₂ единица Mg не пишется. Назвать Cl единым символом. НОК — математический способ получить простое соотношение.</a:t>
            </a:r>
          </a:p>
          <a:p/>
          <a:p>
            <a:r>
              <a:t>### Раскрытие ответа</a:t>
            </a:r>
          </a:p>
          <a:p/>
          <a:p>
            <a:r>
              <a:t>MgCl₂: 1·II = 2·I = 2. Al₂O₃: 2·III = 3·II = 6. Равны суммы валентностей, а не сами индексы.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Даны Ca(II) и O(II). НОК(2, 2) = 2. Индексы 1 : 1, формула **CaO**.</a:t>
            </a:r>
          </a:p>
          <a:p/>
          <a:p>
            <a:r>
              <a:t>Запись Ca₂O₂ содержит излишний общий множитель: простое соотношение 2 : 2 сокращаем до 1 : 1.</a:t>
            </a:r>
          </a:p>
          <a:p/>
          <a:p>
            <a:r>
              <a:t>Короткий вопрос: какие индексы нужны для Mg(II) и O(II)?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L1. Различать составление простой формулы по условию и изменение уже заданной формулы вещества. Не распространять механическое сокращение на любую реальную молекулярную формулу.</a:t>
            </a:r>
          </a:p>
          <a:p/>
          <a:p>
            <a:r>
              <a:t>### Раскрытие ответа</a:t>
            </a:r>
          </a:p>
          <a:p/>
          <a:p>
            <a:r>
              <a:t>MgO: 1 : 1, 1·II = 1·II = 2. Индекс 1 не пишется.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Aᵣ — относительная атомная масса: отношение средней массы атомов элемента к единице сравнения — 1/12 массы атома углерода-12. Это число **без единиц**.</a:t>
            </a:r>
          </a:p>
          <a:p/>
          <a:p>
            <a:r>
              <a:t>| Элемент | H | O | C | Mg | Al | Ca | Na | Cl |</a:t>
            </a:r>
          </a:p>
          <a:p>
            <a:r>
              <a:t>|---|---:|---:|---:|---:|---:|---:|---:|---:|</a:t>
            </a:r>
          </a:p>
          <a:p>
            <a:r>
              <a:t>| Данное Aᵣ | 1 | 16 | 12 | 24 | 27 | 40 | 23 | 35,5 |</a:t>
            </a:r>
          </a:p>
          <a:p/>
          <a:p>
            <a:r>
              <a:t>Справку используем, не заучиваем. В H₂O число 2 — индекс; Aᵣ(H) = 1 — отдельное данное.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L2. Не смешивать относительную массу с массой образца в г. Строение атома и изотопные вычисления не вводим. Все вычисления идут по одной справке, округлённые значения не менять посреди решения.</a:t>
            </a:r>
          </a:p>
          <a:p/>
          <a:p>
            <a:r>
              <a:t>### Раскрытие ответа</a:t>
            </a:r>
          </a:p>
          <a:p/>
          <a:p>
            <a:r>
              <a:t>Вклад H в относительную массу H₂O: 2·1 = 2. Индекс показывает число атомов H, Aᵣ — относительную массу одного атома в используемой справке.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**Прочитай индексы → умножь на Aᵣ → сложи.**</a:t>
            </a:r>
          </a:p>
          <a:p/>
          <a:p>
            <a:r>
              <a:t>- H₂O: Mᵣ = 2·1 + 16 = **18**, относительная молекулярная масса.</a:t>
            </a:r>
          </a:p>
          <a:p>
            <a:r>
              <a:t>- MgO: Mᵣ = 24 + 16 = **40**, относительная формульная масса.</a:t>
            </a:r>
          </a:p>
          <a:p/>
          <a:p>
            <a:r>
              <a:t>Оба ответа без единиц. MgO — формульная единица, не отдельная молекула.</a:t>
            </a:r>
          </a:p>
          <a:p/>
          <a:p>
            <a:r>
              <a:t>Вопрос: чему равна Mᵣ одной молекулы H₂O в записи 3H₂O?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L2. Показать два полностью разобранных примера. Коэффициент считает единицы, Mᵣ рассчитывается по одной формуле. Не заменять понятие относительной массы величиной с г/моль.</a:t>
            </a:r>
          </a:p>
          <a:p/>
          <a:p>
            <a:r>
              <a:t>### Раскрытие ответа</a:t>
            </a:r>
          </a:p>
          <a:p/>
          <a:p>
            <a:r>
              <a:t>**18**, коэффициент 3 не включаем. Масса произвольного образца воды в граммах из такой записи не известна.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**ω(E) = N·Aᵣ(E)/Mᵣ.** Для процента: **ω(E) · 100%**.</a:t>
            </a:r>
          </a:p>
          <a:p/>
          <a:p>
            <a:r>
              <a:t>- N — число атомов выбранного элемента в одной формуле.</a:t>
            </a:r>
          </a:p>
          <a:p>
            <a:r>
              <a:t>- N·Aᵣ(E) — вклад выбранного элемента.</a:t>
            </a:r>
          </a:p>
          <a:p>
            <a:r>
              <a:t>- Mᵣ — относительная масса всей формулы.</a:t>
            </a:r>
          </a:p>
          <a:p>
            <a:r>
              <a:t>- 0 ≤ ω ≤ 1; процент от 0 до 100%.</a:t>
            </a:r>
          </a:p>
          <a:p/>
          <a:p>
            <a:r>
              <a:t>Вопрос: для H в H₂O какое число надо поставить вместо N?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L3. Произнесённое «часть/целое» связываем с процентами недели 1. N в этой формуле обозначает число атомов по индексу; других смыслов символа не вводим. Формула относится к составу чистого вещества.</a:t>
            </a:r>
          </a:p>
          <a:p/>
          <a:p>
            <a:r>
              <a:t>### Раскрытие ответа</a:t>
            </a:r>
          </a:p>
          <a:p/>
          <a:p>
            <a:r>
              <a:t>N = **2**, вклад H = 2·1 = 2. Знаменатель Mᵣ(H₂O) = 18; ω(H) = 2/18 ≈ 0,1111, или 11,1%.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**H₂O:** Mᵣ = 18; ω(O) = 16/18 ≈ 0,8889, или **88,9%** после округления.</a:t>
            </a:r>
          </a:p>
          <a:p/>
          <a:p>
            <a:r>
              <a:t>**MgO:** Mᵣ = 40; ω(O) = 16/40 = 0,4 = **40%**.</a:t>
            </a:r>
          </a:p>
          <a:p/>
          <a:p>
            <a:r>
              <a:t>Записываем процент только после умножения доли на 100%. Округляем окончательный процент до десятых, если он не целый.</a:t>
            </a:r>
          </a:p>
          <a:p/>
          <a:p>
            <a:r>
              <a:t>Задание: проверь долю кислорода в MgO по доле Mg.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L3. В дроби H₂O не сравнивать только O с H; знаменатель включает всю формулу. Запись 0,4% вместо 40% — отдельная ошибка единицы представления.</a:t>
            </a:r>
          </a:p>
          <a:p/>
          <a:p>
            <a:r>
              <a:t>### Раскрытие ответа</a:t>
            </a:r>
          </a:p>
          <a:p/>
          <a:p>
            <a:r>
              <a:t>ω(Mg) = 24/40 = 0,6 = **60%**; 40% + 60% = 100%. Масса конкретного образца пока не задана.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В химической реакции атомы перестраиваются. В замкнутой системе сохраняется **масса всех веществ**:</a:t>
            </a:r>
          </a:p>
          <a:p/>
          <a:p>
            <a:r>
              <a:t>**Сумма масс до = сумма масс после.**</a:t>
            </a:r>
          </a:p>
          <a:p/>
          <a:p>
            <a:r>
              <a:t>Условие для расчёта: в замкнутой системе 12 г Mg и 8 г O₂ полностью превратились только в MgO. Найди массу продукта.</a:t>
            </a:r>
          </a:p>
          <a:p/>
          <a:p>
            <a:r>
              <a:t>Если газ ушёл из открытого сосуда, его нужно учитывать отдельно; масса остатка — не масса всей системы.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L4. Сначала определить границу системы и обмен веществом. Числа и полное превращение даны условием; отношения масс из коэффициентов не выводим. Это задача на бумаге, не опыт с нагреванием сосуда.</a:t>
            </a:r>
          </a:p>
          <a:p/>
          <a:p>
            <a:r>
              <a:t>### Раскрытие ответа</a:t>
            </a:r>
          </a:p>
          <a:p/>
          <a:p>
            <a:r>
              <a:t>m(MgO) = 12 + 8 = **20 г**. В открытом сосуде выход газа меняет массу оставшегося содержимого, не нарушая общего сохранения массы.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Дано: **Mg + O₂ → MgO**, условие — нагрев.</a:t>
            </a:r>
          </a:p>
          <a:p/>
          <a:p>
            <a:r>
              <a:t>1. Посчитай атомы по обе стороны.</a:t>
            </a:r>
          </a:p>
          <a:p>
            <a:r>
              <a:t>2. Меняй только коэффициенты перед целыми формулами.</a:t>
            </a:r>
          </a:p>
          <a:p>
            <a:r>
              <a:t>3. Проверь каждый элемент.</a:t>
            </a:r>
          </a:p>
          <a:p>
            <a:r>
              <a:t>4. Возьми наименьшие целые коэффициенты.</a:t>
            </a:r>
          </a:p>
          <a:p/>
          <a:p>
            <a:r>
              <a:t>**2Mg + O₂ → 2MgO.** Mg: 2 = 2; O: 2 = 2.</a:t>
            </a:r>
          </a:p>
          <a:p/>
          <a:p>
            <a:r>
              <a:t>**Соединение:** несколько исходных веществ → одно вещество.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L5. Раскрывать решение по шагам. Тип определяется числом разных веществ слева/справа, а не коэффициентом 2. Спросить: «Можно ли заменить MgO на MgO₂, чтобы сошёлся O?». Все формулы продуктов уже даны.</a:t>
            </a:r>
          </a:p>
          <a:p/>
          <a:p>
            <a:r>
              <a:t>### Раскрытие ответа</a:t>
            </a:r>
          </a:p>
          <a:p/>
          <a:p>
            <a:r>
              <a:t>Нельзя: изменится заданный продукт, это уже другая схема. Для MgO нужен ответ **2 : 1 : 2**; индекс 1 у O в MgO не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Дано: **CaCO₃ → CaO + CO₂**, условие — нагрев.</a:t>
            </a:r>
          </a:p>
          <a:p/>
          <a:p>
            <a:r>
              <a:t>| Элемент | Слева | Справа |</a:t>
            </a:r>
          </a:p>
          <a:p>
            <a:r>
              <a:t>|---|---:|---:|</a:t>
            </a:r>
          </a:p>
          <a:p>
            <a:r>
              <a:t>| Ca | 1 | 1 |</a:t>
            </a:r>
          </a:p>
          <a:p>
            <a:r>
              <a:t>| C | 1 | 1 |</a:t>
            </a:r>
          </a:p>
          <a:p>
            <a:r>
              <a:t>| O | 3 | 1 + 2 = 3 |</a:t>
            </a:r>
          </a:p>
          <a:p/>
          <a:p>
            <a:r>
              <a:t>Коэффициенты **1 : 1 : 1**, единицы обычно не пишем.</a:t>
            </a:r>
          </a:p>
          <a:p/>
          <a:p>
            <a:r>
              <a:t>**Разложение:** одно исходное вещество → несколько веществ.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L5. CaCO₃ дано готовым: это не бинарная формула для получения по алгоритму валентностей. Нагрев — условие над стрелкой, не ещё один реагент. Объяснить разложение до самостоятельной попытки и урока 4.</a:t>
            </a:r>
          </a:p>
          <a:p/>
          <a:p>
            <a:r>
              <a:t>### Раскрытие ответа</a:t>
            </a:r>
          </a:p>
          <a:p/>
          <a:p>
            <a:r>
              <a:t>Схема уже уравнена. Одно вещество CaCO₃ образует CaO и CO₂; это разложение независимо от того, что коэффициенты равны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**L6.** Na(I), O(II): составь простую формулу и проверь валентности.</a:t>
            </a:r>
          </a:p>
          <a:p/>
          <a:p>
            <a:r>
              <a:t>**L7.** CaO: найди относительную формульную массу и ω(O) в процентах. Aᵣ(Ca) = 40, Aᵣ(O) = 16.</a:t>
            </a:r>
          </a:p>
          <a:p/>
          <a:p>
            <a:r>
              <a:t>**L8.** Mg + O₂ → MgO: уравняй и назови тип.</a:t>
            </a:r>
          </a:p>
          <a:p/>
          <a:p>
            <a:r>
              <a:t>До урока 4: G1–G3 из ДЗ, **15 минут**. Запиши один вопрос, который остался.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80–90 минут. На X — 4 минуты попытка и 3 минуты ключ; на вопросы/назначение ДЗ — 3 минуты. Критерии 8 учебных баллов в плане урока. Ответы X не открывать до попытки. Не назначать всю оставшуюся домашнюю работу между уроками.</a:t>
            </a:r>
          </a:p>
          <a:p/>
          <a:p>
            <a:r>
              <a:t>### Раскрытие ответа</a:t>
            </a:r>
          </a:p>
          <a:p/>
          <a:p>
            <a:r>
              <a:t>L6: **Na₂O**, 2·I = 1·II = 2. L7: Mᵣ = **56**; ω(O) = 16/56 · 100% ≈ **28,6%**. L8: **2Mg + O₂ → 2MgO**, соединение; Mg 2 = 2, O 2 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**L9.** Ca(II), O(II): формула с наименьшими индексами и относительная формульная масса. Aᵣ(Ca) = 40, O = 16.</a:t>
            </a:r>
          </a:p>
          <a:p/>
          <a:p>
            <a:r>
              <a:t>**L10.** а) MgO: найди ω(O) в %. Aᵣ(Mg) = 24, O = 16. б) CaCO₃ → CaO + CO₂ при нагревании: проверь коэффициенты и назови тип.</a:t>
            </a:r>
          </a:p>
          <a:p/>
          <a:p>
            <a:r>
              <a:t>Самопроверка: **индексы → вся относительная масса → вклад элемента → коэффициенты → атомы → тип**.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4, 0–20 минут. Сначала 5 минут воспроизведение правил, затем L9 7 минут и L10 8. В 20–35 минут разобрать G1–G3 по точным условиям плана урока 4; слайд держать как памятку, не заменять разбор новой лекцией.</a:t>
            </a:r>
          </a:p>
          <a:p/>
          <a:p>
            <a:r>
              <a:t>### Раскрытие ответа</a:t>
            </a:r>
          </a:p>
          <a:p/>
          <a:p>
            <a:r>
              <a:t>L9: **CaO**, 1·II = 1·II; Mᵣ = **56**. L10: **40%**; CaCO₃ → CaO + CO₂, коэффициенты **1 : 1 : 1**, O 3 = 1 + 2, разложение.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**L11.** Даны Mg(II), Na(I), O(II). Составь формулы Mg/O и Na/O, проверь валентности.</a:t>
            </a:r>
          </a:p>
          <a:p/>
          <a:p>
            <a:r>
              <a:t>**L12.** Для данной Al₂O₃ найди Mᵣ и ω(O) в %. Проверь по доле Al. Aᵣ(Al) = 27, Aᵣ(O) = 16.</a:t>
            </a:r>
          </a:p>
          <a:p/>
          <a:p>
            <a:r>
              <a:t>Строки решения: **индекс · Aᵣ → сумма → вклад O / сумма → процент**.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4, 35–50 минут. L11 — 6 минут, L12 — 9. Справка и алгоритм остаются видимыми, ключ раскрывается после шага ученика. Для поддержки дать таблицу «элемент / индекс / Aᵣ / произведение» без готовых произведений.</a:t>
            </a:r>
          </a:p>
          <a:p/>
          <a:p>
            <a:r>
              <a:t>### Раскрытие ответа</a:t>
            </a:r>
          </a:p>
          <a:p/>
          <a:p>
            <a:r>
              <a:t>L11: **MgO**, 1·II = 1·II; **Na₂O**, 2·I = 1·II. L12: Mᵣ = 54 + 48 = **102**; ω(O) = 48/102 · 100% ≈ **47,1%**; ω(Al) ≈ **52,9%**; сумма ≈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Подбери наименьшие целые коэффициенты. Сохрани все формулы, проверь каждый элемент, назови соединение или разложение.</a:t>
            </a:r>
          </a:p>
          <a:p/>
          <a:p>
            <a:r>
              <a:t>- **L13:** Al + O₂ → Al₂O₃, нагрев.</a:t>
            </a:r>
          </a:p>
          <a:p>
            <a:r>
              <a:t>- **L14:** H₂O₂ → H₂O + O₂, катализатор — данное условие.</a:t>
            </a:r>
          </a:p>
          <a:p>
            <a:r>
              <a:t>- **L16:** H₂ + Cl₂ → HCl, инициирование светом.</a:t>
            </a:r>
          </a:p>
          <a:p/>
          <a:p>
            <a:r>
              <a:t>Схемы решаем **на бумаге**; домашние опыты с нагревом и газами не назначаются.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4: L13/L14 в 50–65 минут, L16 в 65–78 вместе с L15 следующего слайда. Показывать по одной схеме. Катализатор отмечаем как данное условие, без механизма и нового тематического раздела.</a:t>
            </a:r>
          </a:p>
          <a:p/>
          <a:p>
            <a:r>
              <a:t>### Раскрытие ответа</a:t>
            </a:r>
          </a:p>
          <a:p/>
          <a:p>
            <a:r>
              <a:t>L13: **4Al + 3O₂ → 2Al₂O₃**, Al 4 = 4, O 6 = 6, соединение. L14: **2H₂O₂ → 2H₂O + O₂**, H 4 = 4, O 4 = 2 + 2, разложение. L16: **H₂ + Cl₂ → 2HCl**, H 2 = 2, Cl 2 = 2, соединение.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**L15.** В замкнутой системе 10 г CaCO₃ полностью разложились на CaO и CO₂. Масса CaO — 5,6 г, газ остался в системе. Найди массу CO₂ и суммарную массу продуктов. Почему в открытом сосуде нельзя сравнить только остаток с начальной массой?</a:t>
            </a:r>
          </a:p>
          <a:p/>
          <a:p>
            <a:r>
              <a:t>После практики: **контроль 10 минут, 78–88**. До сдачи ключ закрыт.</a:t>
            </a:r>
          </a:p>
          <a:p/>
          <a:p>
            <a:r>
              <a:t>После урока: **G4–G8 + один A/B/C — 50 минут**, исправления 25 минут, повторение 15 минут.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4, L15 в 65–78 минут вместе с L16; затем quiz 78–88 и итог 88–90. Не требовать расчёта массы CaO по уравнению: она дана. На время контроля убрать раскрытие с экрана и выдать отдельно ученическую часть [quiz](quiz.md). Назначение ДЗ открывать в конце; суммарный самостоятельный бюджет недели 150 минут.</a:t>
            </a:r>
          </a:p>
          <a:p/>
          <a:p>
            <a:r>
              <a:t>### Раскрытие ответа</a:t>
            </a:r>
          </a:p>
          <a:p/>
          <a:p>
            <a:r>
              <a:t>L15: m(CO₂) = 10 − 5,6 = **4,4 г**; сумма продуктов **10 г**. В открытом сосуде газ ушёл за выбранную границу; масса остатка 5,6 г не равна массе всех продуктов. Ключи и частичные баллы контроля — в преподавательской части quiz; не показывать их до сдачи.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3A43"/>
                </a:solidFill>
                <a:latin typeface="Unbounded"/>
              </a:defRPr>
            </a:pPr>
            <a:r>
              <a:t>Слайд 1. Что научимся делать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По заданным валентностям составляю простую формулу.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Нахожу относительную массу по индексам.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Рассчитываю массовую долю элемента.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Сохраняю атомы и массу всей замкнутой системы.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Уравниваю готовую схему; различаю соединение и разложение.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Входной вопрос: сколько H и O в 3H₂O? Как найти 25% от 80 г?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39" b="1">
                <a:solidFill>
                  <a:srgbClr val="F13A43"/>
                </a:solidFill>
                <a:latin typeface="Unbounded"/>
              </a:defRPr>
            </a:pPr>
            <a:r>
              <a:t>Слайд 2. Валентности даны: найти индексы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Бинарное соединение содержит два элемента. В наших простых формулах число атомов × заданная валентность должно совпасть для обоих элементов.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1. Запиши символы в заданном порядке.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2. Найди НОК двух валентностей.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3. Раздели НОК на каждую валентность — получишь индексы.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4. Возьми наименьшие целые индексы; 1 не пиши.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5. Проверь равенство произведений.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Число II в условии — валентность, а не индекс в формуле.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3A43"/>
                </a:solidFill>
                <a:latin typeface="Unbounded"/>
              </a:defRPr>
            </a:pPr>
            <a:r>
              <a:t>Слайд 3. Два разобранных примера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Mg(II) и Cl(I): НОК(2, 1) = 2. Индексы Mg: 2/2 = 1; Cl: 2/1 = 2. MgCl₂.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Al(III) и O(II): НОК(3, 2) = 6. Индексы Al: 6/3 = 2; O: 6/2 = 3. Al₂O₃.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Задание после объяснения: для каждой формулы проверь произведение индекса на валентность.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3A43"/>
                </a:solidFill>
                <a:latin typeface="Unbounded"/>
              </a:defRPr>
            </a:pPr>
            <a:r>
              <a:t>Слайд 4. Наименьшие индексы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Даны Ca(II) и O(II). НОК(2, 2) = 2. Индексы 1 : 1, формула CaO.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Запись Ca₂O₂ содержит излишний общий множитель: простое соотношение 2 : 2 сокращаем до 1 : 1.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Короткий вопрос: какие индексы нужны для Mg(II) и O(II)?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1" b="1">
                <a:solidFill>
                  <a:srgbClr val="F13A43"/>
                </a:solidFill>
                <a:latin typeface="Unbounded"/>
              </a:defRPr>
            </a:pPr>
            <a:r>
              <a:t>Слайд 5. Относительная атомная масса Aᵣ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Aᵣ — относительная атомная масса: отношение средней массы атомов элемента к единице сравнения — 1/12 массы атома углерода-12. Это число без единиц.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Элемент  ·  H  ·  O  ·  C  ·  Mg  ·  Al  ·  Ca  ·  Na  ·  Cl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Данное Aᵣ  ·  1  ·  16  ·  12  ·  24  ·  27  ·  40  ·  23  ·  35,5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Справку используем, не заучиваем. В H₂O число 2 — индекс; Aᵣ(H) = 1 — отдельное данное.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79" b="1">
                <a:solidFill>
                  <a:srgbClr val="F13A43"/>
                </a:solidFill>
                <a:latin typeface="Unbounded"/>
              </a:defRPr>
            </a:pPr>
            <a:r>
              <a:t>Слайд 6. Относительная масса всей формулы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Прочитай индексы → умножь на Aᵣ → сложи.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H₂O: Mᵣ = 2·1 + 16 = 18, относительная молекулярная масса.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MgO: Mᵣ = 24 + 16 = 40, относительная формульная масса.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Оба ответа без единиц. MgO — формульная единица, не отдельная молекула.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Вопрос: чему равна Mᵣ одной молекулы H₂O в записи 3H₂O?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36" b="1">
                <a:solidFill>
                  <a:srgbClr val="F13A43"/>
                </a:solidFill>
                <a:latin typeface="Unbounded"/>
              </a:defRPr>
            </a:pPr>
            <a:r>
              <a:t>Слайд 7. Массовая доля: часть / целое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ω(E) = N·Aᵣ(E)/Mᵣ. Для процента: ω(E) · 100%.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N — число атомов выбранного элемента в одной формуле.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N·Aᵣ(E) — вклад выбранного элемента.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Mᵣ — относительная масса всей формулы.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0 ≤ ω ≤ 1; процент от 0 до 100%.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Вопрос: для H в H₂O какое число надо поставить вместо 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87" b="1">
                <a:solidFill>
                  <a:srgbClr val="F13A43"/>
                </a:solidFill>
                <a:latin typeface="Unbounded"/>
              </a:defRPr>
            </a:pPr>
            <a:r>
              <a:t>Слайд 8. Два расчёта доли кислорода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H₂O: Mᵣ = 18; ω(O) = 16/18 ≈ 0,8889, или 88,9% после округления.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MgO: Mᵣ = 40; ω(O) = 16/40 = 0,4 = 40%.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Записываем процент только после умножения доли на 100%. Округляем окончательный процент до десятых, если он не целый.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Задание: проверь долю кислорода в MgO по доле Mg.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3A43"/>
                </a:solidFill>
                <a:latin typeface="Unbounded"/>
              </a:defRPr>
            </a:pPr>
            <a:r>
              <a:t>Слайд 9. Что именно сохраняется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В химической реакции атомы перестраиваются. В замкнутой системе сохраняется масса всех веществ: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Сумма масс до = сумма масс после.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Условие для расчёта: в замкнутой системе 12 г Mg и 8 г O₂ полностью превратились только в MgO. Найди массу продукта.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Если газ ушёл из открытого сосуда, его нужно учитывать отдельно; масса остатка — не масса всей системы.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87" b="1">
                <a:solidFill>
                  <a:srgbClr val="F13A43"/>
                </a:solidFill>
                <a:latin typeface="Unbounded"/>
              </a:defRPr>
            </a:pPr>
            <a:r>
              <a:t>Слайд 10. Коэффициенты и соединение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Дано: Mg + O₂ → MgO, условие — нагрев.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1. Посчитай атомы по обе стороны.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2. Меняй только коэффициенты перед целыми формулами.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3. Проверь каждый элемент.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4. Возьми наименьшие целые коэффициенты.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2Mg + O₂ → 2MgO. Mg: 2 = 2; O: 2 = 2.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Соединение: несколько исходных веществ → одно вещество.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91" b="1">
                <a:solidFill>
                  <a:srgbClr val="F13A43"/>
                </a:solidFill>
                <a:latin typeface="Unbounded"/>
              </a:defRPr>
            </a:pPr>
            <a:r>
              <a:t>Слайд 11. Разложение: коэффициент 1 тоже подходит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Дано: CaCO₃ → CaO + CO₂, условие — нагрев.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Элемент  ·  Слева  ·  Справа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Ca  ·  1  ·  1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C  ·  1  ·  1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O  ·  3  ·  1 + 2 = 3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Коэффициенты 1 : 1 : 1, единицы обычно не пишем.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Разложение: одно исходное вещество → несколько веществ.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22" b="1">
                <a:solidFill>
                  <a:srgbClr val="F13A43"/>
                </a:solidFill>
                <a:latin typeface="Unbounded"/>
              </a:defRPr>
            </a:pPr>
            <a:r>
              <a:t>Слайд 12. Короткая попытка и 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L6. Na(I), O(II): составь простую формулу и проверь валентности.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L7. CaO: найди относительную формульную массу и ω(O) в процентах. Aᵣ(Ca) = 40, Aᵣ(O) = 16.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L8. Mg + O₂ → MgO: уравняй и назови тип.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До урока 4: G1–G3 из ДЗ, 15 минут. Запиши один вопрос, который остался.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10" b="1">
                <a:solidFill>
                  <a:srgbClr val="F13A43"/>
                </a:solidFill>
                <a:latin typeface="Unbounded"/>
              </a:defRPr>
            </a:pPr>
            <a:r>
              <a:t>Слайд 13. Урок 4: повторяем алгоритм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L9. Ca(II), O(II): формула с наименьшими индексами и относительная формульная масса. Aᵣ(Ca) = 40, O = 16.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L10. а) MgO: найди ω(O) в %. Aᵣ(Mg) = 24, O = 16. б) CaCO₃ → CaO + CO₂ при нагревании: проверь коэффициенты и назови тип.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Самопроверка: индексы → вся относительная масса → вклад элемента → коэффициенты → атомы → тип.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3A43"/>
                </a:solidFill>
                <a:latin typeface="Unbounded"/>
              </a:defRPr>
            </a:pPr>
            <a:r>
              <a:t>Слайд 14. Формула и вклад элемента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L11. Даны Mg(II), Na(I), O(II). Составь формулы Mg/O и Na/O, проверь валентности.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L12. Для данной Al₂O₃ найди Mᵣ и ω(O) в %. Проверь по доле Al. Aᵣ(Al) = 27, Aᵣ(O) = 16.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Строки решения: индекс · Aᵣ → сумма → вклад O / сумма → процент.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39" b="1">
                <a:solidFill>
                  <a:srgbClr val="F13A43"/>
                </a:solidFill>
                <a:latin typeface="Unbounded"/>
              </a:defRPr>
            </a:pPr>
            <a:r>
              <a:t>Слайд 15. Та же проверка на новых схемах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Подбери наименьшие целые коэффициенты. Сохрани все формулы, проверь каждый элемент, назови соединение или разложение.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L13: Al + O₂ → Al₂O₃, нагрев.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L14: H₂O₂ → H₂O + O₂, катализатор — данное условие.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L16: H₂ + Cl₂ → HCl, инициирование светом.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Схемы решаем на бумаге; домашние опыты с нагревом и газами не назначаются.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1" b="1">
                <a:solidFill>
                  <a:srgbClr val="F13A43"/>
                </a:solidFill>
                <a:latin typeface="Unbounded"/>
              </a:defRPr>
            </a:pPr>
            <a:r>
              <a:t>Слайд 16. Масса системы, контроль, домашняя работа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L15. В замкнутой системе 10 г CaCO₃ полностью разложились на CaO и CO₂. Масса CaO — 5,6 г, газ остался в системе. Найди массу CO₂ и суммарную массу продуктов. Почему в открытом сосуде нельзя сравнить только остаток с начальной массой?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После практики: контроль 10 минут, 78–88. До сдачи ключ закрыт.</a:t>
            </a:r>
          </a:p>
          <a:p>
            <a:pPr>
              <a:spcAft>
                <a:spcPts val="300"/>
              </a:spcAft>
              <a:defRPr sz="2200">
                <a:solidFill>
                  <a:srgbClr val="F3F0E8"/>
                </a:solidFill>
                <a:latin typeface="Manrope"/>
              </a:defRPr>
            </a:pPr>
            <a:r>
              <a:t>После урока: G4–G8 + один A/B/C — 50 минут, исправления 25 минут, повторение 15 минут.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3F0E8"/>
                </a:solidFill>
                <a:latin typeface="Manrope"/>
              </a:defRPr>
            </a:pPr>
            <a:r>
              <a:t>Черновик для проверки преподавателем •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