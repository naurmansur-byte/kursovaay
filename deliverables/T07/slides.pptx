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0–10 минут. Взять не более двух вопросов pre-work. Это вход по неделе 1, а не проверка новых понятий до объяснения. Все цели сначала объясняем на этом уроке.</a:t>
            </a:r>
          </a:p>
          <a:p/>
          <a:p>
            <a:r>
              <a:t>Ответ (следующий слайд):</a:t>
            </a:r>
          </a:p>
          <a:p>
            <a:r>
              <a:t>3H₂O: H = 3·2 = 6, O = 3·1 = 3, всего 9 атомов. 80·0,25 = 20 г, целое — 80 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3H₂O: H = 3·2 = 6, O = 3·1 = 3, всего 9 атомов. 80·0,25 = 20 г, целое — 80 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L1. Определение валентности проговорить до алгоритма по плану. Значения даны; не учим выводить их из зарядов или строения атома. Не объявлять валентность элемента одинаковой во всех веществах.</a:t>
            </a:r>
          </a:p>
          <a:p/>
          <a:p>
            <a:r>
              <a:t>Ответ (следующий слайд):</a:t>
            </a:r>
          </a:p>
          <a:p>
            <a:r>
              <a:t>Если оба значения II, НОК = 2; каждый индекс 2/2 = 1. Равенство 1·II = 1·II выполняется.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Если оба значения II, НОК = 2; каждый индекс 2/2 = 1. Равенство 1·II = 1·II выполняется.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L1. Показывать по одному примеру. В MgCl₂ единица Mg не пишется. Назвать Cl единым символом. НОК — математический способ получить простое соотношение.</a:t>
            </a:r>
          </a:p>
          <a:p/>
          <a:p>
            <a:r>
              <a:t>Ответ (следующий слайд):</a:t>
            </a:r>
          </a:p>
          <a:p>
            <a:r>
              <a:t>MgCl₂: 1·II = 2·I = 2. Al₂O₃: 2·III = 3·II = 6. Равны суммы валентностей, а не сами индексы.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MgCl₂: 1·II = 2·I = 2. Al₂O₃: 2·III = 3·II = 6. Равны суммы валентностей, а не сами индексы.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L1. Различать составление простой формулы по условию и изменение уже заданной формулы вещества. Не распространять механическое сокращение на любую реальную молекулярную формулу.</a:t>
            </a:r>
          </a:p>
          <a:p/>
          <a:p>
            <a:r>
              <a:t>Ответ (следующий слайд):</a:t>
            </a:r>
          </a:p>
          <a:p>
            <a:r>
              <a:t>MgO: 1 : 1, 1·II = 1·II = 2. Индекс 1 не 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MgO: 1 : 1, 1·II = 1·II = 2. Индекс 1 не 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L2. Не смешивать относительную массу с массой образца в г. Строение атома и изотопные вычисления не вводим. Все вычисления идут по одной справке, округлённые значения не менять посреди решения.</a:t>
            </a:r>
          </a:p>
          <a:p/>
          <a:p>
            <a:r>
              <a:t>Ответ (следующий слайд):</a:t>
            </a:r>
          </a:p>
          <a:p>
            <a:r>
              <a:t>Вклад H в относительную массу H₂O: 2·1 = 2. Индекс показывает число атомов H, Aᵣ — относительную массу одного атома в используемой справке.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Вклад H в относительную массу H₂O: 2·1 = 2. Индекс показывает число атомов H, Aᵣ — относительную массу одного атома в используемой справке.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L2. Показать два полностью разобранных примера. Коэффициент считает единицы, Mᵣ рассчитывается по одной формуле. Не заменять понятие относительной массы величиной с г/моль.</a:t>
            </a:r>
          </a:p>
          <a:p/>
          <a:p>
            <a:r>
              <a:t>Ответ (следующий слайд):</a:t>
            </a:r>
          </a:p>
          <a:p>
            <a:r>
              <a:t>**18**, коэффициент 3 не включаем. Масса произвольного образца воды в граммах из такой записи не известна.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**18**, коэффициент 3 не включаем. Масса произвольного образца воды в граммах из такой записи не известна.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L3. Произнесённое «часть/целое» связываем с процентами недели 1. N в этой формуле обозначает число атомов по индексу; других смыслов символа не вводим. Формула относится к составу чистого вещества.</a:t>
            </a:r>
          </a:p>
          <a:p/>
          <a:p>
            <a:r>
              <a:t>Ответ (следующий слайд):</a:t>
            </a:r>
          </a:p>
          <a:p>
            <a:r>
              <a:t>N = **2**, вклад H = 2·1 = 2. Знаменатель Mᵣ(H₂O) = 18; ω(H) = 2/18 ≈ 0,1111, или 11,1%.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N = **2**, вклад H = 2·1 = 2. Знаменатель Mᵣ(H₂O) = 18; ω(H) = 2/18 ≈ 0,1111, или 11,1%.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L3. В дроби H₂O не сравнивать только O с H; знаменатель включает всю формулу. Запись 0,4% вместо 40% — отдельная ошибка единицы представления.</a:t>
            </a:r>
          </a:p>
          <a:p/>
          <a:p>
            <a:r>
              <a:t>Ответ (следующий слайд):</a:t>
            </a:r>
          </a:p>
          <a:p>
            <a:r>
              <a:t>ω(Mg) = 24/40 = 0,6 = **60%**; 40% + 60% = 100%. Масса конкретного образца пока не задана.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ω(Mg) = 24/40 = 0,6 = **60%**; 40% + 60% = 100%. Масса конкретного образца пока не задана.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L4. Сначала определить границу системы и обмен веществом. Числа и полное превращение даны условием; отношения масс из коэффициентов не выводим. Это задача на бумаге, не опыт с нагреванием сосуда.</a:t>
            </a:r>
          </a:p>
          <a:p/>
          <a:p>
            <a:r>
              <a:t>Ответ (следующий слайд):</a:t>
            </a:r>
          </a:p>
          <a:p>
            <a:r>
              <a:t>m(MgO) = 12 + 8 = **20 г**. В открытом сосуде выход газа меняет массу оставшегося содержимого, не нарушая общего сохранения массы.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m(MgO) = 12 + 8 = **20 г**. В открытом сосуде выход газа меняет массу оставшегося содержимого, не нарушая общего сохранения массы.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L5. Раскрывать решение по шагам. Тип определяется числом разных веществ слева/справа, а не коэффициентом 2. Спросить: «Можно ли заменить MgO на MgO₂, чтобы сошёлся O?». Все формулы продуктов уже даны.</a:t>
            </a:r>
          </a:p>
          <a:p/>
          <a:p>
            <a:r>
              <a:t>Ответ (следующий слайд):</a:t>
            </a:r>
          </a:p>
          <a:p>
            <a:r>
              <a:t>Нельзя: изменится заданный продукт, это уже другая схема. Для MgO нужен ответ **2 : 1 : 2**; индекс 1 у O в MgO не меняется.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Нельзя: изменится заданный продукт, это уже другая схема. Для MgO нужен ответ **2 : 1 : 2**; индекс 1 у O в MgO не меняется.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L5. CaCO₃ дано готовым: это не бинарная формула для получения по алгоритму валентностей. Нагрев — условие над стрелкой, не ещё один реагент. Объяснить разложение до самостоятельной попытки и урока 4.</a:t>
            </a:r>
          </a:p>
          <a:p/>
          <a:p>
            <a:r>
              <a:t>Ответ (следующий слайд):</a:t>
            </a:r>
          </a:p>
          <a:p>
            <a:r>
              <a:t>Схема уже уравнена. Одно вещество CaCO₃ образует CaO и CO₂; это разложение независимо от того, что коэффициенты равны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Схема уже уравнена. Одно вещество CaCO₃ образует CaO и CO₂; это разложение независимо от того, что коэффициенты равны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3, 80–90 минут. На X — 4 минуты попытка и 3 минуты ключ; на вопросы/назначение ДЗ — 3 минуты. Критерии 8 учебных баллов в плане урока. Ответы X не открывать до попытки. Не назначать всю оставшуюся домашнюю работу между уроками.</a:t>
            </a:r>
          </a:p>
          <a:p/>
          <a:p>
            <a:r>
              <a:t>Ответ (следующий слайд):</a:t>
            </a:r>
          </a:p>
          <a:p>
            <a:r>
              <a:t>L6: **Na₂O**, 2·I = 1·II = 2. L7: Mᵣ = **56**; ω(O) = 16/56 · 100% ≈ **28,6%**. L8: **2Mg + O₂ → 2MgO**, соединение; Mg 2 = 2, O 2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L6: **Na₂O**, 2·I = 1·II = 2. L7: Mᵣ = **56**; ω(O) = 16/56 · 100% ≈ **28,6%**. L8: **2Mg + O₂ → 2MgO**, соединение; Mg 2 = 2, O 2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4, 0–20 минут. Сначала 5 минут воспроизведение правил, затем L9 7 минут и L10 8. В 20–35 минут разобрать G1–G3 по точным условиям плана урока 4; слайд держать как памятку, не заменять разбор новой лекцией.</a:t>
            </a:r>
          </a:p>
          <a:p/>
          <a:p>
            <a:r>
              <a:t>Ответ (следующий слайд):</a:t>
            </a:r>
          </a:p>
          <a:p>
            <a:r>
              <a:t>L9: **CaO**, 1·II = 1·II; Mᵣ = **56**. L10: **40%**; CaCO₃ → CaO + CO₂, коэффициенты **1 : 1 : 1**, O 3 = 1 + 2, разложение.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L9: **CaO**, 1·II = 1·II; Mᵣ = **56**. L10: **40%**; CaCO₃ → CaO + CO₂, коэффициенты **1 : 1 : 1**, O 3 = 1 + 2, разложение.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4, 35–50 минут. L11 — 6 минут, L12 — 9. Справка и алгоритм остаются видимыми, ключ раскрывается после шага ученика. Для поддержки дать таблицу «элемент / индекс / Aᵣ / произведение» без готовых произведений.</a:t>
            </a:r>
          </a:p>
          <a:p/>
          <a:p>
            <a:r>
              <a:t>Ответ (следующий слайд):</a:t>
            </a:r>
          </a:p>
          <a:p>
            <a:r>
              <a:t>L11: **MgO**, 1·II = 1·II; **Na₂O**, 2·I = 1·II. L12: Mᵣ = 54 + 48 = **102**; ω(O) = 48/102 · 100% ≈ **47,1%**; ω(Al) ≈ **52,9%**; сумма ≈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L11: **MgO**, 1·II = 1·II; **Na₂O**, 2·I = 1·II. L12: Mᵣ = 54 + 48 = **102**; ω(O) = 48/102 · 100% ≈ **47,1%**; ω(Al) ≈ **52,9%**; сумма ≈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4: L13/L14 в 50–65 минут, L16 в 65–78 вместе с L15 следующего слайда. Показывать по одной схеме. Катализатор отмечаем как данное условие, без механизма и нового тематического раздела.</a:t>
            </a:r>
          </a:p>
          <a:p/>
          <a:p>
            <a:r>
              <a:t>Ответ (следующий слайд):</a:t>
            </a:r>
          </a:p>
          <a:p>
            <a:r>
              <a:t>L13: **4Al + 3O₂ → 2Al₂O₃**, Al 4 = 4, O 6 = 6, соединение. L14: **2H₂O₂ → 2H₂O + O₂**, H 4 = 4, O 4 = 2 + 2, разложение. L16: **H₂ + Cl₂ → 2HCl**, H 2 = 2, Cl 2 = 2, соединение.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L13: **4Al + 3O₂ → 2Al₂O₃**, Al 4 = 4, O 6 = 6, соединение. L14: **2H₂O₂ → 2H₂O + O₂**, H 4 = 4, O 4 = 2 + 2, разложение. L16: **H₂ + Cl₂ → 2HCl**, H 2 = 2, Cl 2 = 2, соединение.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Урок 4, L15 в 65–78 минут вместе с L16; затем quiz 78–88 и итог 88–90. Не требовать расчёта массы CaO по уравнению: она дана. На время контроля убрать раскрытие с экрана и выдать отдельно ученическую часть [quiz](quiz.md). Назначение ДЗ открывать в конце; суммарный самостоятельный бюджет недели 150 минут.</a:t>
            </a:r>
          </a:p>
          <a:p/>
          <a:p>
            <a:r>
              <a:t>Ответ (следующий слайд):</a:t>
            </a:r>
          </a:p>
          <a:p>
            <a:r>
              <a:t>L15: m(CO₂) = 10 − 5,6 = **4,4 г**; сумма продуктов **10 г**. В открытом сосуде газ ушёл за выбранную границу; масса остатка 5,6 г не равна массе всех продуктов. Ключи и частичные баллы контроля — в преподавательской части quiz; не показывать их до сдачи.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после попытки учеников.</a:t>
            </a:r>
          </a:p>
          <a:p/>
          <a:p>
            <a:r>
              <a:t>L15: m(CO₂) = 10 − 5,6 = **4,4 г**; сумма продуктов **10 г**. В открытом сосуде газ ушёл за выбранную границу; масса остатка 5,6 г не равна массе всех продуктов. Ключи и частичные баллы контроля — в преподавательской части quiz; не показывать их до сдачи.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