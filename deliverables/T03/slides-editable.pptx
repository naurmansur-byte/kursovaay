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Обложка недели.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- Различаю атом, молекулу, ион.</a:t>
            </a:r>
          </a:p>
          <a:p>
            <a:r>
              <a:t>- Вижу символ, индекс, коэффициент и заряд.</a:t>
            </a:r>
          </a:p>
          <a:p>
            <a:r>
              <a:t>- Считаю атомы, включая запись со скобками.</a:t>
            </a:r>
          </a:p>
          <a:p>
            <a:r>
              <a:t>- Перевожу кг/г/мг; нахожу процент; сохраняю отношение.</a:t>
            </a:r>
          </a:p>
          <a:p>
            <a:r>
              <a:t>- Мой вопрос после конспекта: «…».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0–5 минут. Прочитать не более двух вопросов из предварительной работы. Не запускать входную диагностику повторно. Обещать возврат к вопросам после практики; все обязательные понятия объяснить до самостоятельных задач.</a:t>
            </a:r>
          </a:p>
          <a:p/>
          <a:p>
            <a:r>
              <a:t>**Раскрытие ответа**</a:t>
            </a:r>
          </a:p>
          <a:p/>
          <a:p>
            <a:r>
              <a:t>Единственного ответа нет. Вопрос считается сформулированным, если ученик назвал конкретную запись или шаг, который не понял.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Единственного ответа нет. Вопрос считается сформулированным, если ученик назвал конкретную запись или шаг, который не понял.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- Атом — частица химического элемента. Отдельный атом в наших записях нейтрален: **H**, **He**.</a:t>
            </a:r>
          </a:p>
          <a:p>
            <a:r>
              <a:t>- Молекула — отдельная нейтральная частица из связанных атомов: **O₂**, **H₂O**.</a:t>
            </a:r>
          </a:p>
          <a:p>
            <a:r>
              <a:t>- Ион — заряженный атом или группа атомов: **Na⁺**, **Cl⁻**, **SO₄²⁻**.</a:t>
            </a:r>
          </a:p>
          <a:p>
            <a:r>
              <a:t>- Ион может содержать один атом или несколько. Число атомов и заряд — разные признаки.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E1. Объяснить признаки до вопросов. Не называть атом неделимым и не объяснять образование ионов. Не говорить «любая формула обозначает молекулу». SO₄²⁻ нужен только как пример группы атомов с зарядом, его название и свойства не проверяются.</a:t>
            </a:r>
          </a:p>
          <a:p/>
          <a:p>
            <a:r>
              <a:t>**Раскрытие ответа**</a:t>
            </a:r>
          </a:p>
          <a:p/>
          <a:p>
            <a:r>
              <a:t>Для устного вопроса «Что отличает H₂O от SO₄²⁻ по типу частицы?» — H₂O нейтральная молекула, SO₄²⁻ заряженный многоатомный ион. Оба содержат несколько атомов.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Для устного вопроса «Что отличает H₂O от SO₄²⁻ по типу частицы?» — H₂O нейтральная молекула, SO₄²⁻ заряженный многоатомный ион. Оба содержат несколько атомов.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Химический элемент — вид атомов. Его символ начинается с заглавной буквы; вторая буква строчная.</a:t>
            </a:r>
          </a:p>
          <a:p/>
          <a:p>
            <a:r>
              <a:t>| Символ | Элемент | Символ | Элемент |</a:t>
            </a:r>
          </a:p>
          <a:p>
            <a:r>
              <a:t>|---|---|---|---|</a:t>
            </a:r>
          </a:p>
          <a:p>
            <a:r>
              <a:t>| H | водород | He | гелий |</a:t>
            </a:r>
          </a:p>
          <a:p>
            <a:r>
              <a:t>| O | кислород | N | азот |</a:t>
            </a:r>
          </a:p>
          <a:p>
            <a:r>
              <a:t>| C | углерод | S | сера |</a:t>
            </a:r>
          </a:p>
          <a:p>
            <a:r>
              <a:t>| Na | натрий | Cl | хлор |</a:t>
            </a:r>
          </a:p>
          <a:p>
            <a:r>
              <a:t>| Ca | кальций | Mg | магний |</a:t>
            </a:r>
          </a:p>
          <a:p>
            <a:r>
              <a:t>| Al | алюминий | | |</a:t>
            </a:r>
          </a:p>
          <a:p/>
          <a:p>
            <a:r>
              <a:t>В отдельной записи **H** — один атом водорода; в **H₂O** символ H указывает элемент в составе воды. **Cl** — один символ. **CO₂** содержит символы C и O.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E1–E2. Таблица — справка. Показать границу символа пальцем или рамкой. Не требовать заучивания всех названий как отдельной цели недели. Латинскую O не заменять цифрой 0.</a:t>
            </a:r>
          </a:p>
          <a:p/>
          <a:p>
            <a:r>
              <a:t>**Раскрытие ответа**</a:t>
            </a:r>
          </a:p>
          <a:p/>
          <a:p>
            <a:r>
              <a:t>Если спрашиваем «Сколько разных элементов в NaCl и CO₂?»: по два — Na/Cl и C/O. Это не количество атомов.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Если спрашиваем «Сколько разных элементов в NaCl и CO₂?»: по два — Na/Cl и C/O. Это не количество атомов.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**H₂O**</a:t>
            </a:r>
          </a:p>
          <a:p/>
          <a:p>
            <a:r>
              <a:t>- ₂ справа снизу после H — индекс: 2 атома H.</a:t>
            </a:r>
          </a:p>
          <a:p>
            <a:r>
              <a:t>- После O цифры нет: индекс равен 1, значит 1 атом O.</a:t>
            </a:r>
          </a:p>
          <a:p>
            <a:r>
              <a:t>- В одной молекуле: 2 + 1 = 3 атома.</a:t>
            </a:r>
          </a:p>
          <a:p>
            <a:r>
              <a:t>- Индекс относится к символу перед ним.</a:t>
            </a:r>
          </a:p>
          <a:p/>
          <a:p>
            <a:r>
              <a:t>**H₂O** и **H₂O₂** — разные составы. Формулу сохраняем как дана.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E2. Сначала объяснить один индекс, затем отсутствие единицы. Отличить «два элемента» от «три атома». Не обсуждать, почему формула вещества именно такая: формулы здесь исходные данные.</a:t>
            </a:r>
          </a:p>
          <a:p/>
          <a:p>
            <a:r>
              <a:t>**Раскрытие ответа**</a:t>
            </a:r>
          </a:p>
          <a:p/>
          <a:p>
            <a:r>
              <a:t>В CO₂: C — 1, O — 2, всего 3 атома в одной молекуле. В H₂O₂: H — 2, O — 2, всего 4 атома.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В CO₂: C — 1, O — 2, всего 3 атома в одной молекуле. В H₂O₂: H — 2, O — 2, всего 4 атома.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**3H₂O** — три молекулы воды.</a:t>
            </a:r>
          </a:p>
          <a:p/>
          <a:p>
            <a:r>
              <a:t>| Элемент | В одной молекуле | В трёх молекулах |</a:t>
            </a:r>
          </a:p>
          <a:p>
            <a:r>
              <a:t>|---|---:|---:|</a:t>
            </a:r>
          </a:p>
          <a:p>
            <a:r>
              <a:t>| H | 2 | 3 × 2 = 6 |</a:t>
            </a:r>
          </a:p>
          <a:p>
            <a:r>
              <a:t>| O | 1 | 3 × 1 = 3 |</a:t>
            </a:r>
          </a:p>
          <a:p>
            <a:r>
              <a:t>| Всего | 3 | 9 |</a:t>
            </a:r>
          </a:p>
          <a:p/>
          <a:p>
            <a:r>
              <a:t>3 перед формулой — коэффициент. Если его нет, коэффициент равен 1. Коэффициент умножает количество каждого элемента.</a:t>
            </a:r>
          </a:p>
          <a:p/>
          <a:p>
            <a:r>
              <a:t>Вопрос: сколько атомов O в **2CO₂**?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E2. Дать заполненную модель 3H₂O, затем показать маленький устный вопрос как проверку объяснения. Основная самостоятельная практика — после полного блока теории.</a:t>
            </a:r>
          </a:p>
          <a:p/>
          <a:p>
            <a:r>
              <a:t>**Раскрытие ответа**</a:t>
            </a:r>
          </a:p>
          <a:p/>
          <a:p>
            <a:r>
              <a:t>В 2CO₂: C — 2 × 1 = 2; O — 2 × 2 = **4**; всего 6. Число 4 относится только к O, а 6 — ко всем атомам.</a:t>
            </a:r>
          </a:p>
          <a:p/>
          <a:p>
            <a:r>
              <a:t>Обратный шаг: если в молекулах H₂O всего 6 атомов H, коэффициент 6/2 = 3. Проверка по O: 3 × 1 = 3. Индексы готовой формулы сохраняются.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В 2CO₂: C — 2 × 1 = 2; O — 2 × 2 = **4**; всего 6. Число 4 относится только к O, а 6 — ко всем атомам.</a:t>
            </a:r>
          </a:p>
          <a:p/>
          <a:p>
            <a:r>
              <a:t>Обратный шаг: если в молекулах H₂O всего 6 атомов H, коэффициент 6/2 = 3. Проверка по O: 3 × 1 = 3. Индексы готовой формулы сохраняются.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В **Ca(OH)₂** индекс ₂ после скобок относится ко всему **OH**.</a:t>
            </a:r>
          </a:p>
          <a:p/>
          <a:p>
            <a:r>
              <a:t>| Элемент | В Ca(OH)₂ | В 2Ca(OH)₂ |</a:t>
            </a:r>
          </a:p>
          <a:p>
            <a:r>
              <a:t>|---|---:|---:|</a:t>
            </a:r>
          </a:p>
          <a:p>
            <a:r>
              <a:t>| Ca | 1 | 2 |</a:t>
            </a:r>
          </a:p>
          <a:p>
            <a:r>
              <a:t>| O | 1 × 2 = 2 | 4 |</a:t>
            </a:r>
          </a:p>
          <a:p>
            <a:r>
              <a:t>| H | 1 × 2 = 2 | 4 |</a:t>
            </a:r>
          </a:p>
          <a:p>
            <a:r>
              <a:t>| Всего | 5 | 10 |</a:t>
            </a:r>
          </a:p>
          <a:p/>
          <a:p>
            <a:r>
              <a:t>Порядок: индексы внутри → индекс после скобок → коэффициент перед формулой. Здесь считаем состав формульных единиц.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E3. Сначала рамкой выделить (OH), затем показать стрелки множителя к O и H. Скобка не умножает Ca. Написать полную таблицу, а не только итог 10. Примеры с большей группой используют этот же алгоритм.</a:t>
            </a:r>
          </a:p>
          <a:p/>
          <a:p>
            <a:r>
              <a:t>**Раскрытие ответа**</a:t>
            </a:r>
          </a:p>
          <a:p/>
          <a:p>
            <a:r>
              <a:t>Для переноса алгоритма: в Al₂(SO₄)₃ одна формульная единица содержит Al — 2, S — 3, O — 12. Число 3 после скобки умножает S и O; оно не меняет 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Для переноса алгоритма: в Al₂(SO₄)₃ одна формульная единица содержит Al — 2, S — 3, O — 12. Число 3 после скобки умножает S и O; оно не меняет 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Заряд стоит **справа сверху**, после величины записан знак.</a:t>
            </a:r>
          </a:p>
          <a:p/>
          <a:p>
            <a:r>
              <a:t>| Запись | Что представлено | Заряд одного иона |</a:t>
            </a:r>
          </a:p>
          <a:p>
            <a:r>
              <a:t>|---|---|---:|</a:t>
            </a:r>
          </a:p>
          <a:p>
            <a:r>
              <a:t>| Na⁺ | один ион Na | +1 |</a:t>
            </a:r>
          </a:p>
          <a:p>
            <a:r>
              <a:t>| Ca²⁺ | один ион Ca | +2 |</a:t>
            </a:r>
          </a:p>
          <a:p>
            <a:r>
              <a:t>| Cl⁻ | один ион Cl | −1 |</a:t>
            </a:r>
          </a:p>
          <a:p>
            <a:r>
              <a:t>| SO₄²⁻ | один ион: 1 S и 4 O | −2 |</a:t>
            </a:r>
          </a:p>
          <a:p/>
          <a:p>
            <a:r>
              <a:t>В **3SO₄²⁻** — три иона; заряд каждого −2. ₄ — индекс O, ²⁻ — заряд всей группы SO₄.</a:t>
            </a:r>
          </a:p>
          <a:p/>
          <a:p>
            <a:r>
              <a:t>Для условной группы «два Na⁺ и один Cl⁻» найдите число ионов и суммарный заряд.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E4. Единицу в записи Na⁺ обычно опускают. Суммарный заряд — простое сложение зарядов перечисленных ионов, в единицах элементарного заряда. Не выводить формулу вещества из этой условной группы. Не вводить механизм образования иона.</a:t>
            </a:r>
          </a:p>
          <a:p/>
          <a:p>
            <a:r>
              <a:t>**Раскрытие ответа**</a:t>
            </a:r>
          </a:p>
          <a:p/>
          <a:p>
            <a:r>
              <a:t>Два Na⁺ и один Cl⁻: 3 иона; суммарный заряд 2 × (+1) + 1 × (−1) = **+1**. В 3SO₄²⁻: S — 3, O — 12; суммарный заряд трёх ионов −6, но заряд каждого −2.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Два Na⁺ и один Cl⁻: 3 иона; суммарный заряд 2 × (+1) + 1 × (−1) = **+1**. В 3SO₄²⁻: S — 3, O — 12; суммарный заряд трёх ионов −6, но заряд каждого −2.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Не у всех веществ есть отдельные молекулы.</a:t>
            </a:r>
          </a:p>
          <a:p/>
          <a:p>
            <a:r>
              <a:t>- **NaCl** показывает соотношение Na : Cl = 1 : 1.</a:t>
            </a:r>
          </a:p>
          <a:p>
            <a:r>
              <a:t>- Одна формульная единица NaCl содержит в записи один ион Na⁺ и один Cl⁻.</a:t>
            </a:r>
          </a:p>
          <a:p>
            <a:r>
              <a:t>- **2NaCl** — две формульные единицы: по два иона каждого вида.</a:t>
            </a:r>
          </a:p>
          <a:p>
            <a:r>
              <a:t>- Формула NaCl в целом нейтральна.</a:t>
            </a:r>
          </a:p>
          <a:p/>
          <a:p>
            <a:r>
              <a:t>На этой неделе готовые формулы читаем, правила их составления не изучаем.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E4. Не рисовать отдельные «молекулы соли». Для объяснения достаточно сказать, что формула передаёт соотношение частиц. Типы устройства веществ и их свойства — темы дальнейших недель. В задачах «сколько атомов элемента в записи» можно считать представленное количество Na и Cl, но название единицы должно оставаться верным.</a:t>
            </a:r>
          </a:p>
          <a:p/>
          <a:p>
            <a:r>
              <a:t>**Раскрытие ответа**</a:t>
            </a:r>
          </a:p>
          <a:p/>
          <a:p>
            <a:r>
              <a:t>В 3NaCl представлены Na — 3 и Cl — 3; всего 6 одноатомных ионов. Три формульные единицы, а не три молекулы.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В 3NaCl представлены Na — 3 и Cl — 3; всего 6 одноатомных ионов. Три формульные единицы, а не три молекулы.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1. Найди символы элементов.</a:t>
            </a:r>
          </a:p>
          <a:p>
            <a:r>
              <a:t>2. Учти индексы после символов; отсутствующий индекс — 1.</a:t>
            </a:r>
          </a:p>
          <a:p>
            <a:r>
              <a:t>3. Умножь состав скобок на индекс после скобок.</a:t>
            </a:r>
          </a:p>
          <a:p>
            <a:r>
              <a:t>4. Умножь весь состав на коэффициент; отсутствующий — 1.</a:t>
            </a:r>
          </a:p>
          <a:p>
            <a:r>
              <a:t>5. Прочитай заряд отдельно. Он не множитель для числа атомов.</a:t>
            </a:r>
          </a:p>
          <a:p/>
          <a:p>
            <a:r>
              <a:t>Проверка ловушек: **3H₂O**, **Ca²⁺**, **2Ca(OH)₂**. У какого числа какая роль?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1: закончить объяснение химической записи перед математикой. Слайд остаётся опорой на практике, затем используется для повторения урока 2. В первой попытке ученик проговаривает шаг; после освоения опору закрыть.</a:t>
            </a:r>
          </a:p>
          <a:p/>
          <a:p>
            <a:r>
              <a:t>**Раскрытие ответа**</a:t>
            </a:r>
          </a:p>
          <a:p/>
          <a:p>
            <a:r>
              <a:t>3H₂O: 3 — коэффициент, ₂ — индекс H. Ca²⁺: ²⁺ — заряд одного иона. 2Ca(OH)₂: первая 2 — коэффициент, последняя ₂ — множитель O и H внутри скобок. Заряд и индекс не меняем местами.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3H₂O: 3 — коэффициент, ₂ — индекс H. Ca²⁺: ²⁺ — заряд одного иона. 2Ca(OH)₂: первая 2 — коэффициент, последняя ₂ — множитель O и H внутри скобок. Заряд и индекс не меняем местами.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**1 кг = 1000 г; 1 г = 1000 мг.**</a:t>
            </a:r>
          </a:p>
          <a:p/>
          <a:p>
            <a:r>
              <a:t>- кг → г: × 1000; г → мг: × 1000.</a:t>
            </a:r>
          </a:p>
          <a:p>
            <a:r>
              <a:t>- г → кг: ÷ 1000; мг → г: ÷ 1000.</a:t>
            </a:r>
          </a:p>
          <a:p>
            <a:r>
              <a:t>- кг → мг: × 1 000 000.</a:t>
            </a:r>
          </a:p>
          <a:p/>
          <a:p>
            <a:r>
              <a:t>Примеры: 0,40 кг = 400 г; 250 мг = 0,250 г. В меньших единицах числовое значение больше.</a:t>
            </a:r>
          </a:p>
          <a:p/>
          <a:p>
            <a:r>
              <a:t>Проверка: **0,25 кг = … г; 600 мг = … г; 1,2 г = … мг**.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E5; вопросы внизу — P1.4, к ним вернуться в 63–73 минуты. Сначала написать действие, затем двигать запятую. Запятая десятичная; 0,250 г и 0,25 г равны. Для сравнения масс сначала привести обе к одной единице.</a:t>
            </a:r>
          </a:p>
          <a:p/>
          <a:p>
            <a:r>
              <a:t>**Раскрытие ответа**</a:t>
            </a:r>
          </a:p>
          <a:p/>
          <a:p>
            <a:r>
              <a:t>0,25 × 1000 = **250 г**; 600/1000 = **0,6 г**; 1,2 × 1000 = **1200 мг**. Обратная проверка: 1200 мг / 1000 = 1,2 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0,25 × 1000 = **250 г**; 600/1000 = **0,6 г**; 1,2 × 1000 = **1200 мг**. Обратная проверка: 1200 мг / 1000 = 1,2 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Сначала приведи часть и целое к одинаковым единицам.</a:t>
            </a:r>
          </a:p>
          <a:p/>
          <a:p>
            <a:r>
              <a:t>- Процент части: **часть / целое × 100%**.</a:t>
            </a:r>
          </a:p>
          <a:p>
            <a:r>
              <a:t>- Часть по проценту: **целое × (p/100)**.</a:t>
            </a:r>
          </a:p>
          <a:p>
            <a:r>
              <a:t>- Целое по известной части: **часть / (p/100)**.</a:t>
            </a:r>
          </a:p>
          <a:p/>
          <a:p>
            <a:r>
              <a:t>30 г от 200 г: 30/200 = 0,15 = **15%**.</a:t>
            </a:r>
          </a:p>
          <a:p/>
          <a:p>
            <a:r>
              <a:t>15% от 200 г: 200 × 0,15 = **30 г**.</a:t>
            </a:r>
          </a:p>
          <a:p/>
          <a:p>
            <a:r>
              <a:t>30 г — это 15% целого: 30/0,15 = **200 г**.</a:t>
            </a:r>
          </a:p>
          <a:p/>
          <a:p>
            <a:r>
              <a:t>Вопрос для практики: 12 г — какой процент от 80 г?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E6. Все три действия объяснить до практики. Каждый раз подписать «ищем часть/целое/процент». Не вводить вычисление массы по химической формуле: здесь доля выбранной части образца дана или вычисляется из данных условия.</a:t>
            </a:r>
          </a:p>
          <a:p/>
          <a:p>
            <a:r>
              <a:t>**Раскрытие ответа**</a:t>
            </a:r>
          </a:p>
          <a:p/>
          <a:p>
            <a:r>
              <a:t>12/80 × 100% = **15%**; проверка 80 × 0,15 = 12 г. Доля 0,15 и процент 15% выражают одну часть разными способами.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12/80 × 100% = **15%**; проверка 80 × 0,15 = 12 г. Доля 0,15 и процент 15% выражают одну часть разными способами.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Если отношение по условию постоянно, обе величины меняются в одинаковое число раз.</a:t>
            </a:r>
          </a:p>
          <a:p/>
          <a:p>
            <a:r>
              <a:t>На 2 г компонента A приходится 5 г B. На 6 г A потребуется **5 × (6/2) = 15 г B**.</a:t>
            </a:r>
          </a:p>
          <a:p/>
          <a:p>
            <a:r>
              <a:t>Если A : B = 2 : 3, а вместе 20 г:</a:t>
            </a:r>
          </a:p>
          <a:p/>
          <a:p>
            <a:r>
              <a:t>1. Всего 2 + 3 = 5 равных частей.</a:t>
            </a:r>
          </a:p>
          <a:p>
            <a:r>
              <a:t>2. Одна часть: 20/5 = 4 г.</a:t>
            </a:r>
          </a:p>
          <a:p>
            <a:r>
              <a:t>3. A: 2 × 4 = 8 г; B: 3 × 4 = 12 г.</a:t>
            </a:r>
          </a:p>
          <a:p>
            <a:r>
              <a:t>4. Проверка: 8 + 12 = 20; 8/12 = 2/3.</a:t>
            </a:r>
          </a:p>
          <a:p/>
          <a:p>
            <a:r>
              <a:t>A и B — обозначения компонентов из условия, не символы химических элементов.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E6. Различить отношение A к B и долю A от всего: 2/3 и 2/(2 + 3). Для слабой базы нарисовать пять одинаковых прямоугольников, два закрасить одним цветом, три другим. Рисунок лишь показывает равные массовые части.</a:t>
            </a:r>
          </a:p>
          <a:p/>
          <a:p>
            <a:r>
              <a:t>**Раскрытие ответа**</a:t>
            </a:r>
          </a:p>
          <a:p/>
          <a:p>
            <a:r>
              <a:t>На 4 г A берут 10 г B, значит на 12 г A нужно 30 г B. Для A : B = 3 : 5 и общей массы 320 г: 8 частей, по 40 г; A — 120 г, B — 200 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На 4 г A берут 10 г B, значит на 12 г A нужно 30 г B. Для A : B = 3 : 5 и общей массы 320 г: 8 частей, по 40 г; A — 120 г, B — 200 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1. **H; O₂; Na⁺; SO₄²⁻**: тип частицы; для иона заряд.</a:t>
            </a:r>
          </a:p>
          <a:p>
            <a:r>
              <a:t>2. **3H₂O**: коэффициент, индексы, атомы H/O/всего.</a:t>
            </a:r>
          </a:p>
          <a:p>
            <a:r>
              <a:t>3. **2Ca(OH)₂**: атомы Ca/O/H/всего; поясни скобки.</a:t>
            </a:r>
          </a:p>
          <a:p>
            <a:r>
              <a:t>4. **2CO₂**: сколько атомов O? A) 2; B) 3; C) 4; D) 6.</a:t>
            </a:r>
          </a:p>
          <a:p>
            <a:r>
              <a:t>5. Целое **0,20 кг**, часть **30 г**: какой процент? A) 0,15%; B) 15%; C) 150%; D) 15000%.</a:t>
            </a:r>
          </a:p>
          <a:p/>
          <a:p>
            <a:r>
              <a:t>Ответ без шага не показывает, как ты решил. Сначала своя попытка, затем общий разбор.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1: пункты 1–3 соответствуют P1.1–P1.3 в 53–63 минуты, 4–5 — P1.7–P1.8 в 73–80. Между ними математическая практика P1.4–P1.6, слайды 10–12. Не проводить все пять пунктов одним новым блоком. Самостоятельный ответ принимать до раскрытия ключа.</a:t>
            </a:r>
          </a:p>
          <a:p/>
          <a:p>
            <a:r>
              <a:t>**Раскрытие ответа**</a:t>
            </a:r>
          </a:p>
          <a:p/>
          <a:p>
            <a:r>
              <a:t>1. H — атом; O₂ — молекула; Na⁺ — ион +1; SO₄²⁻ — ион −2.</a:t>
            </a:r>
          </a:p>
          <a:p>
            <a:r>
              <a:t>2. Коэффициент 3; индексы H — 2, O — 1; H — 6, O — 3, всего 9.</a:t>
            </a:r>
          </a:p>
          <a:p>
            <a:r>
              <a:t>3. Ca — 2, O — 4, H — 4, всего 10; скобка умножает O и H.</a:t>
            </a:r>
          </a:p>
          <a:p>
            <a:r>
              <a:t>4. **C, 4**: 2 × 2. D — число всех атомов, а спрашивают O.</a:t>
            </a:r>
          </a:p>
          <a:p>
            <a:r>
              <a:t>5. **B, 15%**: 0,20 кг = 200 г; 30/200 ×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1. H — атом; O₂ — молекула; Na⁺ — ион +1; SO₄²⁻ — ион −2.</a:t>
            </a:r>
          </a:p>
          <a:p>
            <a:r>
              <a:t>2. Коэффициент 3; индексы H — 2, O — 1; H — 6, O — 3, всего 9.</a:t>
            </a:r>
          </a:p>
          <a:p>
            <a:r>
              <a:t>3. Ca — 2, O — 4, H — 4, всего 10; скобка умножает O и H.</a:t>
            </a:r>
          </a:p>
          <a:p>
            <a:r>
              <a:t>4. **C, 4**: 2 × 2. D — число всех атомов, а спрашивают O.</a:t>
            </a:r>
          </a:p>
          <a:p>
            <a:r>
              <a:t>5. **B, 15%**: 0,20 кг = 200 г; 30/200 ×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X1. H — атом или молекула?</a:t>
            </a:r>
          </a:p>
          <a:p/>
          <a:p>
            <a:r>
              <a:t>X2. O₂ — молекула или ион?</a:t>
            </a:r>
          </a:p>
          <a:p/>
          <a:p>
            <a:r>
              <a:t>X3. Ca²⁺ — какая частица и какой заряд?</a:t>
            </a:r>
          </a:p>
          <a:p/>
          <a:p>
            <a:r>
              <a:t>X4. Чем отличаются ₂ и 3 в 3H₂O?</a:t>
            </a:r>
          </a:p>
          <a:p/>
          <a:p>
            <a:r>
              <a:t>X5. 0,30 кг = … г. X6. 450 мг = … г.</a:t>
            </a:r>
          </a:p>
          <a:p/>
          <a:p>
            <a:r>
              <a:t>X7. 5 г — какой процент от 20 г?</a:t>
            </a:r>
          </a:p>
          <a:p/>
          <a:p>
            <a:r>
              <a:t>До урока 2: **G1–G3, 15 минут**, входят в недельное ДЗ. Запиши незавершённый шаг и вопрос.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1, 80–87: четыре минуты на ответы, три на ключ; X4–X7 с пояснением. 87–90: назначить ДЗ и вернуться к двум исходным вопросам. Не называть результат прогнозом ЕНТ и не выполнять полную диагностику.</a:t>
            </a:r>
          </a:p>
          <a:p/>
          <a:p>
            <a:r>
              <a:t>**Раскрытие ответа**</a:t>
            </a:r>
          </a:p>
          <a:p/>
          <a:p>
            <a:r>
              <a:t>X1 атом H; X2 молекула O₂; X3 один ион Ca, +2; X4 индекс 2 — атомы H в одной молекуле, коэффициент 3 — три молекулы; X5 300 г; X6 0,45 г; X7 25%. Максимум 7 баллов по плану урока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X1 атом H; X2 молекула O₂; X3 один ион Ca, +2; X4 индекс 2 — атомы H в одной молекуле, коэффициент 3 — три молекулы; X5 300 г; X6 0,45 г; X7 25%. Максимум 7 баллов по плану урока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**R1.** Прочитай шесть записей: **H₂O; CO₂; Na⁺; Ca²⁺; 3H₂O; NaCl**. Что представлено? Сколько атомов каждого элемента? Для иона прочитай заряд, для NaCl назови единицу.</a:t>
            </a:r>
          </a:p>
          <a:p/>
          <a:p>
            <a:r>
              <a:t>**R2.** 0,12 кг = … г; 75 мг = … г; 20% от 50 г = … г. В одинаковых наборах на 3 г A приходится 6 г B: сколько B нужно на 9 г A?</a:t>
            </a:r>
          </a:p>
          <a:p/>
          <a:p>
            <a:r>
              <a:t>После 20-й минуты: сравним ход выполнения **G1–G3**, объясним две общие ошибки, заново решим один исправленный шаг.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2: 0–4 воспроизведение алгоритма по слайду 9; 4–12 R1; 12–20 R2. 20–35 разбор уже сданного ДЗ, точные условия и ключ G1–G3 в плане 2. Ученик с ошибкой объясняет новый ход, а не только копирует число. Все определения уже вводились на уроке 1.</a:t>
            </a:r>
          </a:p>
          <a:p/>
          <a:p>
            <a:r>
              <a:t>**Раскрытие ответа**</a:t>
            </a:r>
          </a:p>
          <a:p/>
          <a:p>
            <a:r>
              <a:t>R1: H₂O — одна молекула, H — 2, O — 1; CO₂ — одна молекула, C — 1, O — 2; Na⁺ — один ион Na, +1; Ca²⁺ — один ион Ca, +2; 3H₂O — три молекулы, H — 6, O — 3; NaCl — одна формульная единица, Na : Cl = 1 : 1.</a:t>
            </a:r>
          </a:p>
          <a:p/>
          <a:p>
            <a:r>
              <a:t>R2: 120 г; 0,075 г; 10 г; 18 г B. Для последнего пункта множитель 9/3 = 3.</a:t>
            </a:r>
          </a:p>
          <a:p/>
          <a:p>
            <a:r>
              <a:t>Ключ ДЗ для заметок: G1 He — атом, N₂ — молекула, Na⁺ — ион +1, O²⁻ — ион −2; G2 4NH₃: коэффициент 4; в одной молекуле N — 1, H — 3; во всех N — 4, H — 12, всего 16; G3 32 г, 0,48 г, 2500 мг, 0,6 г &gt; 550 мг.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R1: H₂O — одна молекула, H — 2, O — 1; CO₂ — одна молекула, C — 1, O — 2; Na⁺ — один ион Na, +1; Ca²⁺ — один ион Ca, +2; 3H₂O — три молекулы, H — 6, O — 3; NaCl — одна формульная единица, Na : Cl = 1 : 1.</a:t>
            </a:r>
          </a:p>
          <a:p/>
          <a:p>
            <a:r>
              <a:t>R2: 120 г; 0,075 г; 10 г; 18 г B. Для последнего пункта множитель 9/3 = 3.</a:t>
            </a:r>
          </a:p>
          <a:p/>
          <a:p>
            <a:r>
              <a:t>Ключ ДЗ для заметок: G1 He — атом, N₂ — молекула, Na⁺ — ион +1, O²⁻ — ион −2; G2 4NH₃: коэффициент 4; в одной молекуле N — 1, H — 3; во всех N — 4, H — 12, всего 16; G3 32 г, 0,48 г, 2500 мг, 0,6 г &gt; 550 мг.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**Текст ученику**</a:t>
            </a:r>
          </a:p>
          <a:p/>
          <a:p>
            <a:r>
              <a:t>**P2.7.** Где ровно 12 атомов O в представленных единицах? A) 3CO₂; B) 4H₂O; C) 2Ca(OH)₂; D) 3SO₄²⁻. Подтверди выбранный ответ и объясни один неверный.</a:t>
            </a:r>
          </a:p>
          <a:p/>
          <a:p>
            <a:r>
              <a:t>**P2.8.** Целое 0,50 кг, часть 25 г. Ученик написал 25/0,50 × 100% = 5000%. Найди первую ошибку, реши верно и проверь обратно.</a:t>
            </a:r>
          </a:p>
          <a:p/>
          <a:p>
            <a:r>
              <a:t>В конце: **Q1–Q6, 10 минут**, без ключа до сдачи.</a:t>
            </a:r>
          </a:p>
          <a:p/>
          <a:p>
            <a:r>
              <a:t>После урока: **G4–G8 + один вариант A/B/C, 50 минут**; исправления — 25 минут, повторение — 15 минут. Все самостоятельные части недели вместе — **150 минут**.</a:t>
            </a:r>
          </a:p>
          <a:p/>
          <a:p>
            <a:r>
              <a:t>**Заметки преподавателю**</a:t>
            </a:r>
          </a:p>
          <a:p/>
          <a:p>
            <a:r>
              <a:t>Урок 2, 35–65: совместные P2.1–P2.6 по полным условиям плана 2, на доске используем опоры слайдов 5–12; самостоятельная попытка P2.7–P2.8 — 65–78. 78–88 — quiz, 88–90 — назвать шаг проверки и назначить работу. Не прибавлять отдельные минуты на домашку или контроль. A — углубление, B — закрепление, C — поддержка, один вариант на ученика.</a:t>
            </a:r>
          </a:p>
          <a:p/>
          <a:p>
            <a:r>
              <a:t>**Раскрытие ответа**</a:t>
            </a:r>
          </a:p>
          <a:p/>
          <a:p>
            <a:r>
              <a:t>P2.7 — **D**: 3 × 4 = 12; A — 6, B — 4, C — 4 атома O. P2.8 — нужны одинаковые единицы: 0,50 кг = 500 г; 25/500 × 100% = **5%**; обратная проверка 500 × 0,05 = 25 г. Ключ Q1–Q6 раскрывать только после сдачи, из преподавательского раздела quiz.md.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P2.7 — **D**: 3 × 4 = 12; A — 6, B — 4, C — 4 атома O. P2.8 — нужны одинаковые единицы: 0,50 кг = 500 г; 25/500 × 100% = **5%**; обратная проверка 500 × 0,05 = 25 г. Ключ Q1–Q6 раскрывать только после сдачи, из преподавательского раздела quiz.md.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ПОДГОТОВКА К 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</a:p>
        </p:txBody>
      </p:sp>
      <p:sp>
        <p:nvSpPr>
          <p:cNvPr id="5" name="Rectangle 4"/>
          <p:cNvSpPr/>
          <p:nvPr/>
        </p:nvSpPr>
        <p:spPr>
          <a:xfrm rot="21420000">
            <a:off x="731520" y="1828800"/>
            <a:ext cx="2834640" cy="77724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Unbounded"/>
              </a:rPr>
              <a:t>НЕДЕЛЯ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3F0E8"/>
                </a:solidFill>
                <a:latin typeface="Unbounded"/>
              </a:rPr>
              <a:t>ЯЗЫК ХИМИИ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8A39A"/>
                </a:solidFill>
                <a:latin typeface="Manrope"/>
              </a:rPr>
              <a:t>Уроки недели · презентация с заметками для преподавателя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Что научимся читать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Различаю атом, молекулу, ион.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Вижу символ, индекс, коэффициент и заряд.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Считаю атомы, включая запись со скобками.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Перевожу кг/г/мг; нахожу процент; сохраняю отношение.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Мой вопрос после конспекта: «…».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Что научимся 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Единственного ответа нет. Вопрос считается сформулированным, если ученик назвал конкретную запись или шаг, который не понял.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Атом, молекула, ион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Атом — частица химического элемента. Отдельный атом в наших записях нейтрален: </a:t>
            </a:r>
            <a:r>
              <a:rPr sz="2200" b="1">
                <a:solidFill>
                  <a:srgbClr val="F13A43"/>
                </a:solidFill>
                <a:latin typeface="Manrope"/>
              </a:rPr>
              <a:t>H</a:t>
            </a:r>
            <a:r>
              <a:rPr sz="2200" b="0">
                <a:solidFill>
                  <a:srgbClr val="151515"/>
                </a:solidFill>
                <a:latin typeface="Manrope"/>
              </a:rPr>
              <a:t>, </a:t>
            </a:r>
            <a:r>
              <a:rPr sz="2200" b="1">
                <a:solidFill>
                  <a:srgbClr val="F13A43"/>
                </a:solidFill>
                <a:latin typeface="Manrope"/>
              </a:rPr>
              <a:t>He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Молекула — отдельная нейтральная частица из связанных атомов: </a:t>
            </a:r>
            <a:r>
              <a:rPr sz="2200" b="1">
                <a:solidFill>
                  <a:srgbClr val="F13A43"/>
                </a:solidFill>
                <a:latin typeface="Manrope"/>
              </a:rPr>
              <a:t>O₂</a:t>
            </a:r>
            <a:r>
              <a:rPr sz="2200" b="0">
                <a:solidFill>
                  <a:srgbClr val="151515"/>
                </a:solidFill>
                <a:latin typeface="Manrope"/>
              </a:rPr>
              <a:t>, </a:t>
            </a:r>
            <a:r>
              <a:rPr sz="2200" b="1">
                <a:solidFill>
                  <a:srgbClr val="F13A43"/>
                </a:solidFill>
                <a:latin typeface="Manrope"/>
              </a:rPr>
              <a:t>H₂O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Ион — заряженный атом или группа атомов: </a:t>
            </a:r>
            <a:r>
              <a:rPr sz="2200" b="1">
                <a:solidFill>
                  <a:srgbClr val="F13A43"/>
                </a:solidFill>
                <a:latin typeface="Manrope"/>
              </a:rPr>
              <a:t>Na⁺</a:t>
            </a:r>
            <a:r>
              <a:rPr sz="2200" b="0">
                <a:solidFill>
                  <a:srgbClr val="151515"/>
                </a:solidFill>
                <a:latin typeface="Manrope"/>
              </a:rPr>
              <a:t>, </a:t>
            </a:r>
            <a:r>
              <a:rPr sz="2200" b="1">
                <a:solidFill>
                  <a:srgbClr val="F13A43"/>
                </a:solidFill>
                <a:latin typeface="Manrope"/>
              </a:rPr>
              <a:t>Cl⁻</a:t>
            </a:r>
            <a:r>
              <a:rPr sz="2200" b="0">
                <a:solidFill>
                  <a:srgbClr val="151515"/>
                </a:solidFill>
                <a:latin typeface="Manrope"/>
              </a:rPr>
              <a:t>, </a:t>
            </a:r>
            <a:r>
              <a:rPr sz="2200" b="1">
                <a:solidFill>
                  <a:srgbClr val="F13A43"/>
                </a:solidFill>
                <a:latin typeface="Manrope"/>
              </a:rPr>
              <a:t>SO₄²⁻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Ион может содержать один атом или несколько. Число атомов и заряд — разные признаки.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2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Атом, молекула, ион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Для устного вопроса «Что отличает H₂O от SO₄²⁻ по типу частицы?» — H₂O нейтральная молекула, SO₄²⁻ заряженный многоатомный ион. Оба содержат несколько атомов.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Символ — одна или две буквы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51515"/>
                </a:solidFill>
                <a:latin typeface="Manrope"/>
              </a:rPr>
              <a:t>Химический элемент — вид атомов. Его символ начинается с заглавной буквы; вторая буква строчная.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3F0E8"/>
                          </a:solidFill>
                          <a:latin typeface="Manrope"/>
                        </a:rPr>
                        <a:t>Символ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3F0E8"/>
                          </a:solidFill>
                          <a:latin typeface="Manrope"/>
                        </a:rPr>
                        <a:t>Элемент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3F0E8"/>
                          </a:solidFill>
                          <a:latin typeface="Manrope"/>
                        </a:rPr>
                        <a:t>Символ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3F0E8"/>
                          </a:solidFill>
                          <a:latin typeface="Manrope"/>
                        </a:rPr>
                        <a:t>Элемент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водород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гелий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O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кислород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N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азот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углерод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сера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Na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натрий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Cl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хлор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кальций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магний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Al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алюминий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257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51515"/>
                </a:solidFill>
                <a:latin typeface="Manrope"/>
              </a:rPr>
              <a:t>В отдельной записи </a:t>
            </a:r>
            <a:r>
              <a:rPr sz="2000" b="1">
                <a:solidFill>
                  <a:srgbClr val="F13A43"/>
                </a:solidFill>
                <a:latin typeface="Manrope"/>
              </a:rPr>
              <a:t>H</a:t>
            </a:r>
            <a:r>
              <a:rPr sz="2000" b="0">
                <a:solidFill>
                  <a:srgbClr val="151515"/>
                </a:solidFill>
                <a:latin typeface="Manrope"/>
              </a:rPr>
              <a:t> — один атом водорода; в </a:t>
            </a:r>
            <a:r>
              <a:rPr sz="2000" b="1">
                <a:solidFill>
                  <a:srgbClr val="F13A43"/>
                </a:solidFill>
                <a:latin typeface="Manrope"/>
              </a:rPr>
              <a:t>H₂O</a:t>
            </a:r>
            <a:r>
              <a:rPr sz="2000" b="0">
                <a:solidFill>
                  <a:srgbClr val="151515"/>
                </a:solidFill>
                <a:latin typeface="Manrope"/>
              </a:rPr>
              <a:t> символ H указывает элемент в составе воды. </a:t>
            </a:r>
            <a:r>
              <a:rPr sz="2000" b="1">
                <a:solidFill>
                  <a:srgbClr val="F13A43"/>
                </a:solidFill>
                <a:latin typeface="Manrope"/>
              </a:rPr>
              <a:t>Cl</a:t>
            </a:r>
            <a:r>
              <a:rPr sz="2000" b="0">
                <a:solidFill>
                  <a:srgbClr val="151515"/>
                </a:solidFill>
                <a:latin typeface="Manrope"/>
              </a:rPr>
              <a:t> — один символ. </a:t>
            </a:r>
            <a:r>
              <a:rPr sz="2000" b="1">
                <a:solidFill>
                  <a:srgbClr val="F13A43"/>
                </a:solidFill>
                <a:latin typeface="Manrope"/>
              </a:rPr>
              <a:t>CO₂</a:t>
            </a:r>
            <a:r>
              <a:rPr sz="2000" b="0">
                <a:solidFill>
                  <a:srgbClr val="151515"/>
                </a:solidFill>
                <a:latin typeface="Manrope"/>
              </a:rPr>
              <a:t> содержит символы C и 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3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Символ — одна или две буквы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Если спрашиваем «Сколько разных элементов в NaCl и CO₂?»: по два — Na/Cl и C/O. Это не количество атомов.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Индекс описывает одну частицу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H₂O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₂ справа снизу после H — индекс: 2 атома H.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После O цифры нет: индекс равен 1, значит 1 атом O.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В одной молекуле: 2 + 1 = 3 атома.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Индекс относится к символу перед ним.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H₂O</a:t>
            </a:r>
            <a:r>
              <a:rPr sz="2200" b="0">
                <a:solidFill>
                  <a:srgbClr val="151515"/>
                </a:solidFill>
                <a:latin typeface="Manrope"/>
              </a:rPr>
              <a:t> и </a:t>
            </a:r>
            <a:r>
              <a:rPr sz="2200" b="1">
                <a:solidFill>
                  <a:srgbClr val="F13A43"/>
                </a:solidFill>
                <a:latin typeface="Manrope"/>
              </a:rPr>
              <a:t>H₂O₂</a:t>
            </a:r>
            <a:r>
              <a:rPr sz="2200" b="0">
                <a:solidFill>
                  <a:srgbClr val="151515"/>
                </a:solidFill>
                <a:latin typeface="Manrope"/>
              </a:rPr>
              <a:t> — разные составы. Формулу сохраняем как дана.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4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Индекс описывает одну частицу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В CO₂: C — 1, O — 2, всего 3 атома в одной молекуле. В H₂O₂: H — 2, O — 2, всего 4 атома.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68" b="1">
                <a:solidFill>
                  <a:srgbClr val="151515"/>
                </a:solidFill>
                <a:latin typeface="Unbounded"/>
              </a:rPr>
              <a:t>Коэффициент умножает весь состав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3H₂O</a:t>
            </a:r>
            <a:r>
              <a:rPr sz="2200" b="0">
                <a:solidFill>
                  <a:srgbClr val="151515"/>
                </a:solidFill>
                <a:latin typeface="Manrope"/>
              </a:rPr>
              <a:t> — три молекулы воды.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Элемент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В одной молекуле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В трёх молекулах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3 × 2 =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O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3 × 1 = 3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Всего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886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3 перед формулой — коэффициент. Если его нет, коэффициент равен 1. Коэффициент умножает количество каждого элемента.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550407"/>
            <a:ext cx="10698480" cy="80467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641847"/>
            <a:ext cx="10332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13A43"/>
                </a:solidFill>
                <a:latin typeface="Unbounded"/>
              </a:rPr>
              <a:t>ВОПРОС:  </a:t>
            </a:r>
            <a:r>
              <a:rPr sz="1900" b="0">
                <a:solidFill>
                  <a:srgbClr val="F3F0E8"/>
                </a:solidFill>
                <a:latin typeface="Manrope"/>
              </a:rPr>
              <a:t>сколько атомов O в </a:t>
            </a:r>
            <a:r>
              <a:rPr sz="1900" b="1">
                <a:solidFill>
                  <a:srgbClr val="F3F0E8"/>
                </a:solidFill>
                <a:latin typeface="Manrope"/>
              </a:rPr>
              <a:t>2CO₂</a:t>
            </a:r>
            <a:r>
              <a:rPr sz="1900" b="0">
                <a:solidFill>
                  <a:srgbClr val="F3F0E8"/>
                </a:solidFill>
                <a:latin typeface="Manrope"/>
              </a:rPr>
              <a:t>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5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Коэффициент умножает весь состав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В 2CO₂: C — 2 × 1 = 2; O — 2 × 2 = </a:t>
            </a:r>
            <a:r>
              <a:rPr sz="2400" b="1">
                <a:solidFill>
                  <a:srgbClr val="F3F0E8"/>
                </a:solidFill>
                <a:latin typeface="Manrope"/>
              </a:rPr>
              <a:t>4</a:t>
            </a:r>
            <a:r>
              <a:rPr sz="2400" b="0">
                <a:solidFill>
                  <a:srgbClr val="F3F0E8"/>
                </a:solidFill>
                <a:latin typeface="Manrope"/>
              </a:rPr>
              <a:t>; всего 6. Число 4 относится только к O, а 6 — ко всем атомам.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Обратный шаг: если в молекулах H₂O всего 6 атомов H, коэффициент 6/2 = 3. Проверка по O: 3 × 1 = 3. Индексы готовой формулы сохраняются.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Скобки собирают группу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В </a:t>
            </a:r>
            <a:r>
              <a:rPr sz="2200" b="1">
                <a:solidFill>
                  <a:srgbClr val="F13A43"/>
                </a:solidFill>
                <a:latin typeface="Manrope"/>
              </a:rPr>
              <a:t>Ca(OH)₂</a:t>
            </a:r>
            <a:r>
              <a:rPr sz="2200" b="0">
                <a:solidFill>
                  <a:srgbClr val="151515"/>
                </a:solidFill>
                <a:latin typeface="Manrope"/>
              </a:rPr>
              <a:t> индекс ₂ после скобок относится ко всему </a:t>
            </a:r>
            <a:r>
              <a:rPr sz="2200" b="1">
                <a:solidFill>
                  <a:srgbClr val="F13A43"/>
                </a:solidFill>
                <a:latin typeface="Manrope"/>
              </a:rPr>
              <a:t>OH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Элемент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В Ca(OH)₂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В 2Ca(OH)₂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O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 × 2 = 2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4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 × 2 =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Всего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5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10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3434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Порядок: индексы внутри → индекс после скобок → коэффициент перед формулой. Здесь считаем состав формульных единиц.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6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Скобки собирают группу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Для переноса алгоритма: в Al₂(SO₄)₃ одна формульная единица содержит Al — 2, S — 3, O — 12. Число 3 после скобки умножает S и O; оно не меняет 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Заряд читаем отдельно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51515"/>
                </a:solidFill>
                <a:latin typeface="Manrope"/>
              </a:rPr>
              <a:t>Заряд стоит </a:t>
            </a:r>
            <a:r>
              <a:rPr sz="2000" b="1">
                <a:solidFill>
                  <a:srgbClr val="F13A43"/>
                </a:solidFill>
                <a:latin typeface="Manrope"/>
              </a:rPr>
              <a:t>справа сверху</a:t>
            </a:r>
            <a:r>
              <a:rPr sz="2000" b="0">
                <a:solidFill>
                  <a:srgbClr val="151515"/>
                </a:solidFill>
                <a:latin typeface="Manrope"/>
              </a:rPr>
              <a:t>, после величины записан знак.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3F0E8"/>
                          </a:solidFill>
                          <a:latin typeface="Manrope"/>
                        </a:rPr>
                        <a:t>Запись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3F0E8"/>
                          </a:solidFill>
                          <a:latin typeface="Manrope"/>
                        </a:rPr>
                        <a:t>Что представлено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3F0E8"/>
                          </a:solidFill>
                          <a:latin typeface="Manrope"/>
                        </a:rPr>
                        <a:t>Заряд одного иона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Na⁺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один ион 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Ca²⁺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один ион Ca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+2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Cl⁻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один ион 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SO₄²⁻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один ион: 1 S и 4 O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1515"/>
                          </a:solidFill>
                          <a:latin typeface="Manrope"/>
                        </a:rPr>
                        <a:t>−2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3434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51515"/>
                </a:solidFill>
                <a:latin typeface="Manrope"/>
              </a:rPr>
              <a:t>В </a:t>
            </a:r>
            <a:r>
              <a:rPr sz="2000" b="1">
                <a:solidFill>
                  <a:srgbClr val="F13A43"/>
                </a:solidFill>
                <a:latin typeface="Manrope"/>
              </a:rPr>
              <a:t>3SO₄²⁻</a:t>
            </a:r>
            <a:r>
              <a:rPr sz="2000" b="0">
                <a:solidFill>
                  <a:srgbClr val="151515"/>
                </a:solidFill>
                <a:latin typeface="Manrope"/>
              </a:rPr>
              <a:t> — три иона; заряд каждого −2. ₄ — индекс O, ²⁻ — заряд всей группы SO₄.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51515"/>
                </a:solidFill>
                <a:latin typeface="Manrope"/>
              </a:rPr>
              <a:t>Для условной группы «два Na⁺ и один Cl⁻» найдите число ионов и суммарный заряд.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7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Заряд читаем отдельно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Два Na⁺ и один Cl⁻: 3 иона; суммарный заряд 2 × (+1) + 1 × (−1) = </a:t>
            </a:r>
            <a:r>
              <a:rPr sz="2400" b="1">
                <a:solidFill>
                  <a:srgbClr val="F3F0E8"/>
                </a:solidFill>
                <a:latin typeface="Manrope"/>
              </a:rPr>
              <a:t>+1</a:t>
            </a:r>
            <a:r>
              <a:rPr sz="2400" b="0">
                <a:solidFill>
                  <a:srgbClr val="F3F0E8"/>
                </a:solidFill>
                <a:latin typeface="Manrope"/>
              </a:rPr>
              <a:t>. В 3SO₄²⁻: S — 3, O — 12; суммарный заряд трёх ионов −6, но заряд каждого −2.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У NaCl — формульная единица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Не у всех веществ есть отдельные молекулы.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1">
                <a:solidFill>
                  <a:srgbClr val="F13A43"/>
                </a:solidFill>
                <a:latin typeface="Manrope"/>
              </a:rPr>
              <a:t>NaCl</a:t>
            </a:r>
            <a:r>
              <a:rPr sz="2200" b="0">
                <a:solidFill>
                  <a:srgbClr val="151515"/>
                </a:solidFill>
                <a:latin typeface="Manrope"/>
              </a:rPr>
              <a:t> показывает соотношение Na : Cl = 1 : 1.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Одна формульная единица NaCl содержит в записи один ион Na⁺ и один Cl⁻.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1">
                <a:solidFill>
                  <a:srgbClr val="F13A43"/>
                </a:solidFill>
                <a:latin typeface="Manrope"/>
              </a:rPr>
              <a:t>2NaCl</a:t>
            </a:r>
            <a:r>
              <a:rPr sz="2200" b="0">
                <a:solidFill>
                  <a:srgbClr val="151515"/>
                </a:solidFill>
                <a:latin typeface="Manrope"/>
              </a:rPr>
              <a:t> — две формульные единицы: по два иона каждого вида.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Формула NaCl в целом нейтральна.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На этой неделе готовые формулы читаем, правила их составления не изучаем.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8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У NaCl — формульная единица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В 3NaCl представлены Na — 3 и Cl — 3; всего 6 одноатомных ионов. Три формульные единицы, а не три молекулы.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Пять шагов чтения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1.  </a:t>
            </a:r>
            <a:r>
              <a:rPr sz="2200" b="0">
                <a:solidFill>
                  <a:srgbClr val="151515"/>
                </a:solidFill>
                <a:latin typeface="Manrope"/>
              </a:rPr>
              <a:t>Найди символы элементов.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2.  </a:t>
            </a:r>
            <a:r>
              <a:rPr sz="2200" b="0">
                <a:solidFill>
                  <a:srgbClr val="151515"/>
                </a:solidFill>
                <a:latin typeface="Manrope"/>
              </a:rPr>
              <a:t>Учти индексы после символов; отсутствующий индекс — 1.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3.  </a:t>
            </a:r>
            <a:r>
              <a:rPr sz="2200" b="0">
                <a:solidFill>
                  <a:srgbClr val="151515"/>
                </a:solidFill>
                <a:latin typeface="Manrope"/>
              </a:rPr>
              <a:t>Умножь состав скобок на индекс после скобок.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4.  </a:t>
            </a:r>
            <a:r>
              <a:rPr sz="2200" b="0">
                <a:solidFill>
                  <a:srgbClr val="151515"/>
                </a:solidFill>
                <a:latin typeface="Manrope"/>
              </a:rPr>
              <a:t>Умножь весь состав на коэффициент; отсутствующий — 1.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5.  </a:t>
            </a:r>
            <a:r>
              <a:rPr sz="2200" b="0">
                <a:solidFill>
                  <a:srgbClr val="151515"/>
                </a:solidFill>
                <a:latin typeface="Manrope"/>
              </a:rPr>
              <a:t>Прочитай заряд отдельно. Он не множитель для числа атомов.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Проверка ловушек: </a:t>
            </a:r>
            <a:r>
              <a:rPr sz="2200" b="1">
                <a:solidFill>
                  <a:srgbClr val="F13A43"/>
                </a:solidFill>
                <a:latin typeface="Manrope"/>
              </a:rPr>
              <a:t>3H₂O</a:t>
            </a:r>
            <a:r>
              <a:rPr sz="2200" b="0">
                <a:solidFill>
                  <a:srgbClr val="151515"/>
                </a:solidFill>
                <a:latin typeface="Manrope"/>
              </a:rPr>
              <a:t>, </a:t>
            </a:r>
            <a:r>
              <a:rPr sz="2200" b="1">
                <a:solidFill>
                  <a:srgbClr val="F13A43"/>
                </a:solidFill>
                <a:latin typeface="Manrope"/>
              </a:rPr>
              <a:t>Ca²⁺</a:t>
            </a:r>
            <a:r>
              <a:rPr sz="2200" b="0">
                <a:solidFill>
                  <a:srgbClr val="151515"/>
                </a:solidFill>
                <a:latin typeface="Manrope"/>
              </a:rPr>
              <a:t>, </a:t>
            </a:r>
            <a:r>
              <a:rPr sz="2200" b="1">
                <a:solidFill>
                  <a:srgbClr val="F13A43"/>
                </a:solidFill>
                <a:latin typeface="Manrope"/>
              </a:rPr>
              <a:t>2Ca(OH)₂</a:t>
            </a:r>
            <a:r>
              <a:rPr sz="2200" b="0">
                <a:solidFill>
                  <a:srgbClr val="151515"/>
                </a:solidFill>
                <a:latin typeface="Manrope"/>
              </a:rPr>
              <a:t>. У какого числа какая роль?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9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Пять шагов чтения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3H₂O: 3 — коэффициент, ₂ — индекс H. Ca²⁺: ²⁺ — заряд одного иона. 2Ca(OH)₂: первая 2 — коэффициент, последняя ₂ — множитель O и H внутри скобок. Заряд и индекс не меняем местами.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Масса та же, единицы другие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1 кг = 1000 г; 1 г = 1000 мг.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кг → г: × 1000; г → мг: × 1000.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г → кг: ÷ 1000; мг → г: ÷ 1000.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кг → мг: × 1 000 000.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Примеры: 0,40 кг = 400 г; 250 мг = 0,250 г. В меньших единицах числовое значение больше.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Проверка: </a:t>
            </a:r>
            <a:r>
              <a:rPr sz="2200" b="1">
                <a:solidFill>
                  <a:srgbClr val="F13A43"/>
                </a:solidFill>
                <a:latin typeface="Manrope"/>
              </a:rPr>
              <a:t>0,25 кг = … г; 600 мг = … г; 1,2 г = … мг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10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Масса та же, единицы другие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0,25 × 1000 = </a:t>
            </a:r>
            <a:r>
              <a:rPr sz="2400" b="1">
                <a:solidFill>
                  <a:srgbClr val="F3F0E8"/>
                </a:solidFill>
                <a:latin typeface="Manrope"/>
              </a:rPr>
              <a:t>250 г</a:t>
            </a:r>
            <a:r>
              <a:rPr sz="2400" b="0">
                <a:solidFill>
                  <a:srgbClr val="F3F0E8"/>
                </a:solidFill>
                <a:latin typeface="Manrope"/>
              </a:rPr>
              <a:t>; 600/1000 = </a:t>
            </a:r>
            <a:r>
              <a:rPr sz="2400" b="1">
                <a:solidFill>
                  <a:srgbClr val="F3F0E8"/>
                </a:solidFill>
                <a:latin typeface="Manrope"/>
              </a:rPr>
              <a:t>0,6 г</a:t>
            </a:r>
            <a:r>
              <a:rPr sz="2400" b="0">
                <a:solidFill>
                  <a:srgbClr val="F3F0E8"/>
                </a:solidFill>
                <a:latin typeface="Manrope"/>
              </a:rPr>
              <a:t>; 1,2 × 1000 = </a:t>
            </a:r>
            <a:r>
              <a:rPr sz="2400" b="1">
                <a:solidFill>
                  <a:srgbClr val="F3F0E8"/>
                </a:solidFill>
                <a:latin typeface="Manrope"/>
              </a:rPr>
              <a:t>1200 мг</a:t>
            </a:r>
            <a:r>
              <a:rPr sz="2400" b="0">
                <a:solidFill>
                  <a:srgbClr val="F3F0E8"/>
                </a:solidFill>
                <a:latin typeface="Manrope"/>
              </a:rPr>
              <a:t>. Обратная проверка: 1200 мг / 1000 = 1,2 г.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Процент: часть и целое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Сначала приведи часть и целое к одинаковым единицам.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Процент части: </a:t>
            </a:r>
            <a:r>
              <a:rPr sz="2200" b="1">
                <a:solidFill>
                  <a:srgbClr val="F13A43"/>
                </a:solidFill>
                <a:latin typeface="Manrope"/>
              </a:rPr>
              <a:t>часть / целое × 100%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Часть по проценту: </a:t>
            </a:r>
            <a:r>
              <a:rPr sz="2200" b="1">
                <a:solidFill>
                  <a:srgbClr val="F13A43"/>
                </a:solidFill>
                <a:latin typeface="Manrope"/>
              </a:rPr>
              <a:t>целое × (p/100)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Целое по известной части: </a:t>
            </a:r>
            <a:r>
              <a:rPr sz="2200" b="1">
                <a:solidFill>
                  <a:srgbClr val="F13A43"/>
                </a:solidFill>
                <a:latin typeface="Manrope"/>
              </a:rPr>
              <a:t>часть / (p/100)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30 г от 200 г: 30/200 = 0,15 = </a:t>
            </a:r>
            <a:r>
              <a:rPr sz="2200" b="1">
                <a:solidFill>
                  <a:srgbClr val="F13A43"/>
                </a:solidFill>
                <a:latin typeface="Manrope"/>
              </a:rPr>
              <a:t>15%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15% от 200 г: 200 × 0,15 = </a:t>
            </a:r>
            <a:r>
              <a:rPr sz="2200" b="1">
                <a:solidFill>
                  <a:srgbClr val="F13A43"/>
                </a:solidFill>
                <a:latin typeface="Manrope"/>
              </a:rPr>
              <a:t>30 г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30 г — это 15% целого: 30/0,15 = </a:t>
            </a:r>
            <a:r>
              <a:rPr sz="2200" b="1">
                <a:solidFill>
                  <a:srgbClr val="F13A43"/>
                </a:solidFill>
                <a:latin typeface="Manrope"/>
              </a:rPr>
              <a:t>200 г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550407"/>
            <a:ext cx="10698480" cy="80467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41847"/>
            <a:ext cx="10332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13A43"/>
                </a:solidFill>
                <a:latin typeface="Unbounded"/>
              </a:rPr>
              <a:t>ВОПРОС ДЛЯ ПРАКТИКИ:  </a:t>
            </a:r>
            <a:r>
              <a:rPr sz="1900" b="0">
                <a:solidFill>
                  <a:srgbClr val="F3F0E8"/>
                </a:solidFill>
                <a:latin typeface="Manrope"/>
              </a:rPr>
              <a:t>12 г — какой процент от 80 г?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11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Процент: часть и целое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12/80 × 100% = </a:t>
            </a:r>
            <a:r>
              <a:rPr sz="2400" b="1">
                <a:solidFill>
                  <a:srgbClr val="F3F0E8"/>
                </a:solidFill>
                <a:latin typeface="Manrope"/>
              </a:rPr>
              <a:t>15%</a:t>
            </a:r>
            <a:r>
              <a:rPr sz="2400" b="0">
                <a:solidFill>
                  <a:srgbClr val="F3F0E8"/>
                </a:solidFill>
                <a:latin typeface="Manrope"/>
              </a:rPr>
              <a:t>; проверка 80 × 0,15 = 12 г. Доля 0,15 и процент 15% выражают одну часть разными способами.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Пропорция и равные части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51515"/>
                </a:solidFill>
                <a:latin typeface="Manrope"/>
              </a:rPr>
              <a:t>Если отношение по условию постоянно, обе величины меняются в одинаковое число раз.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51515"/>
                </a:solidFill>
                <a:latin typeface="Manrope"/>
              </a:rPr>
              <a:t>На 2 г компонента A приходится 5 г B. На 6 г A потребуется </a:t>
            </a:r>
            <a:r>
              <a:rPr sz="2000" b="1">
                <a:solidFill>
                  <a:srgbClr val="F13A43"/>
                </a:solidFill>
                <a:latin typeface="Manrope"/>
              </a:rPr>
              <a:t>5 × (6/2) = 15 г B</a:t>
            </a:r>
            <a:r>
              <a:rPr sz="20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51515"/>
                </a:solidFill>
                <a:latin typeface="Manrope"/>
              </a:rPr>
              <a:t>Если A : B = 2 : 3, а вместе 20 г: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13A43"/>
                </a:solidFill>
                <a:latin typeface="Manrope"/>
              </a:rPr>
              <a:t>1.  </a:t>
            </a:r>
            <a:r>
              <a:rPr sz="2000" b="0">
                <a:solidFill>
                  <a:srgbClr val="151515"/>
                </a:solidFill>
                <a:latin typeface="Manrope"/>
              </a:rPr>
              <a:t>Всего 2 + 3 = 5 равных частей.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13A43"/>
                </a:solidFill>
                <a:latin typeface="Manrope"/>
              </a:rPr>
              <a:t>2.  </a:t>
            </a:r>
            <a:r>
              <a:rPr sz="2000" b="0">
                <a:solidFill>
                  <a:srgbClr val="151515"/>
                </a:solidFill>
                <a:latin typeface="Manrope"/>
              </a:rPr>
              <a:t>Одна часть: 20/5 = 4 г.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13A43"/>
                </a:solidFill>
                <a:latin typeface="Manrope"/>
              </a:rPr>
              <a:t>3.  </a:t>
            </a:r>
            <a:r>
              <a:rPr sz="2000" b="0">
                <a:solidFill>
                  <a:srgbClr val="151515"/>
                </a:solidFill>
                <a:latin typeface="Manrope"/>
              </a:rPr>
              <a:t>A: 2 × 4 = 8 г; B: 3 × 4 = 12 г.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13A43"/>
                </a:solidFill>
                <a:latin typeface="Manrope"/>
              </a:rPr>
              <a:t>4.  </a:t>
            </a:r>
            <a:r>
              <a:rPr sz="2000" b="0">
                <a:solidFill>
                  <a:srgbClr val="151515"/>
                </a:solidFill>
                <a:latin typeface="Manrope"/>
              </a:rPr>
              <a:t>Проверка: 8 + 12 = 20; 8/12 = 2/3.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51515"/>
                </a:solidFill>
                <a:latin typeface="Manrope"/>
              </a:rPr>
              <a:t>A и B — обозначения компонентов из условия, не символы химических элементов.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12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Пропорция и равные части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На 4 г A берут 10 г B, значит на 12 г A нужно 30 г B. Для A : B = 3 : 5 и общей массы 320 г: 8 частей, по 40 г; A — 120 г, B — 200 г.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17" b="1">
                <a:solidFill>
                  <a:srgbClr val="151515"/>
                </a:solidFill>
                <a:latin typeface="Unbounded"/>
              </a:rPr>
              <a:t>Самостоятельная практика после объяснения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1.  </a:t>
            </a:r>
            <a:r>
              <a:rPr sz="2200" b="1">
                <a:solidFill>
                  <a:srgbClr val="F13A43"/>
                </a:solidFill>
                <a:latin typeface="Manrope"/>
              </a:rPr>
              <a:t>H; O₂; Na⁺; SO₄²⁻</a:t>
            </a:r>
            <a:r>
              <a:rPr sz="2200" b="0">
                <a:solidFill>
                  <a:srgbClr val="151515"/>
                </a:solidFill>
                <a:latin typeface="Manrope"/>
              </a:rPr>
              <a:t>: тип частицы; для иона заряд.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2.  </a:t>
            </a:r>
            <a:r>
              <a:rPr sz="2200" b="1">
                <a:solidFill>
                  <a:srgbClr val="F13A43"/>
                </a:solidFill>
                <a:latin typeface="Manrope"/>
              </a:rPr>
              <a:t>3H₂O</a:t>
            </a:r>
            <a:r>
              <a:rPr sz="2200" b="0">
                <a:solidFill>
                  <a:srgbClr val="151515"/>
                </a:solidFill>
                <a:latin typeface="Manrope"/>
              </a:rPr>
              <a:t>: коэффициент, индексы, атомы H/O/всего.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3.  </a:t>
            </a:r>
            <a:r>
              <a:rPr sz="2200" b="1">
                <a:solidFill>
                  <a:srgbClr val="F13A43"/>
                </a:solidFill>
                <a:latin typeface="Manrope"/>
              </a:rPr>
              <a:t>2Ca(OH)₂</a:t>
            </a:r>
            <a:r>
              <a:rPr sz="2200" b="0">
                <a:solidFill>
                  <a:srgbClr val="151515"/>
                </a:solidFill>
                <a:latin typeface="Manrope"/>
              </a:rPr>
              <a:t>: атомы Ca/O/H/всего; поясни скобки.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4.  </a:t>
            </a:r>
            <a:r>
              <a:rPr sz="2200" b="1">
                <a:solidFill>
                  <a:srgbClr val="F13A43"/>
                </a:solidFill>
                <a:latin typeface="Manrope"/>
              </a:rPr>
              <a:t>2CO₂</a:t>
            </a:r>
            <a:r>
              <a:rPr sz="2200" b="0">
                <a:solidFill>
                  <a:srgbClr val="151515"/>
                </a:solidFill>
                <a:latin typeface="Manrope"/>
              </a:rPr>
              <a:t>: сколько атомов O? A) 2; B) 3; C) 4; D) 6.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5.  </a:t>
            </a:r>
            <a:r>
              <a:rPr sz="2200" b="0">
                <a:solidFill>
                  <a:srgbClr val="151515"/>
                </a:solidFill>
                <a:latin typeface="Manrope"/>
              </a:rPr>
              <a:t>Целое </a:t>
            </a:r>
            <a:r>
              <a:rPr sz="2200" b="1">
                <a:solidFill>
                  <a:srgbClr val="F13A43"/>
                </a:solidFill>
                <a:latin typeface="Manrope"/>
              </a:rPr>
              <a:t>0,20 кг</a:t>
            </a:r>
            <a:r>
              <a:rPr sz="2200" b="0">
                <a:solidFill>
                  <a:srgbClr val="151515"/>
                </a:solidFill>
                <a:latin typeface="Manrope"/>
              </a:rPr>
              <a:t>, часть </a:t>
            </a:r>
            <a:r>
              <a:rPr sz="2200" b="1">
                <a:solidFill>
                  <a:srgbClr val="F13A43"/>
                </a:solidFill>
                <a:latin typeface="Manrope"/>
              </a:rPr>
              <a:t>30 г</a:t>
            </a:r>
            <a:r>
              <a:rPr sz="2200" b="0">
                <a:solidFill>
                  <a:srgbClr val="151515"/>
                </a:solidFill>
                <a:latin typeface="Manrope"/>
              </a:rPr>
              <a:t>: какой процент? A) 0,15%; B) 15%; C) 150%; D) 15000%.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Ответ без шага не показывает, как ты решил. Сначала своя попытка, затем общий разбор.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13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Самостоятельная практика после объяснения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13A43"/>
                </a:solidFill>
                <a:latin typeface="Manrope"/>
              </a:rPr>
              <a:t>1.  </a:t>
            </a:r>
            <a:r>
              <a:rPr sz="2400" b="0">
                <a:solidFill>
                  <a:srgbClr val="F3F0E8"/>
                </a:solidFill>
                <a:latin typeface="Manrope"/>
              </a:rPr>
              <a:t>H — атом; O₂ — молекула; Na⁺ — ион +1; SO₄²⁻ — ион −2.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F13A43"/>
                </a:solidFill>
                <a:latin typeface="Manrope"/>
              </a:rPr>
              <a:t>2.  </a:t>
            </a:r>
            <a:r>
              <a:rPr sz="2400" b="0">
                <a:solidFill>
                  <a:srgbClr val="F3F0E8"/>
                </a:solidFill>
                <a:latin typeface="Manrope"/>
              </a:rPr>
              <a:t>Коэффициент 3; индексы H — 2, O — 1; H — 6, O — 3, всего 9.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F13A43"/>
                </a:solidFill>
                <a:latin typeface="Manrope"/>
              </a:rPr>
              <a:t>3.  </a:t>
            </a:r>
            <a:r>
              <a:rPr sz="2400" b="0">
                <a:solidFill>
                  <a:srgbClr val="F3F0E8"/>
                </a:solidFill>
                <a:latin typeface="Manrope"/>
              </a:rPr>
              <a:t>Ca — 2, O — 4, H — 4, всего 10; скобка умножает O и H.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F13A43"/>
                </a:solidFill>
                <a:latin typeface="Manrope"/>
              </a:rPr>
              <a:t>4.  </a:t>
            </a:r>
            <a:r>
              <a:rPr sz="2400" b="1">
                <a:solidFill>
                  <a:srgbClr val="F3F0E8"/>
                </a:solidFill>
                <a:latin typeface="Manrope"/>
              </a:rPr>
              <a:t>C, 4</a:t>
            </a:r>
            <a:r>
              <a:rPr sz="2400" b="0">
                <a:solidFill>
                  <a:srgbClr val="F3F0E8"/>
                </a:solidFill>
                <a:latin typeface="Manrope"/>
              </a:rPr>
              <a:t>: 2 × 2. D — число всех атомов, а спрашивают O.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F13A43"/>
                </a:solidFill>
                <a:latin typeface="Manrope"/>
              </a:rPr>
              <a:t>5.  </a:t>
            </a:r>
            <a:r>
              <a:rPr sz="2400" b="1">
                <a:solidFill>
                  <a:srgbClr val="F3F0E8"/>
                </a:solidFill>
                <a:latin typeface="Manrope"/>
              </a:rPr>
              <a:t>B, 15%</a:t>
            </a:r>
            <a:r>
              <a:rPr sz="2400" b="0">
                <a:solidFill>
                  <a:srgbClr val="F3F0E8"/>
                </a:solidFill>
                <a:latin typeface="Manrope"/>
              </a:rPr>
              <a:t>: 0,20 кг = 200 г; 30/200 × 100%.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Выход из урока 1 и домашний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X1. H — атом или молекула?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X2. O₂ — молекула или ион?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X3. Ca²⁺ — какая частица и какой заряд?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X4. Чем отличаются ₂ и 3 в 3H₂O?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X5. 0,30 кг = … г. X6. 450 мг = … г.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X7. 5 г — какой процент от 20 г?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До урока 2: </a:t>
            </a:r>
            <a:r>
              <a:rPr sz="2200" b="1">
                <a:solidFill>
                  <a:srgbClr val="F13A43"/>
                </a:solidFill>
                <a:latin typeface="Manrope"/>
              </a:rPr>
              <a:t>G1–G3, 15 минут</a:t>
            </a:r>
            <a:r>
              <a:rPr sz="2200" b="0">
                <a:solidFill>
                  <a:srgbClr val="151515"/>
                </a:solidFill>
                <a:latin typeface="Manrope"/>
              </a:rPr>
              <a:t>, входят в недельное ДЗ. Запиши незавершённый шаг и вопрос.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14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Выход из урока 1 и домашний шаг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X1 атом H; X2 молекула O₂; X3 один ион Ca, +2; X4 индекс 2 — атомы H в одной молекуле, коэффициент 3 — три молекулы; X5 300 г; X6 0,45 г; X7 25%. Максимум 7 баллов по плану урока 1.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68" b="1">
                <a:solidFill>
                  <a:srgbClr val="151515"/>
                </a:solidFill>
                <a:latin typeface="Unbounded"/>
              </a:rPr>
              <a:t>Урок 2: повторяем ровно 20 минут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R1.</a:t>
            </a:r>
            <a:r>
              <a:rPr sz="2200" b="0">
                <a:solidFill>
                  <a:srgbClr val="151515"/>
                </a:solidFill>
                <a:latin typeface="Manrope"/>
              </a:rPr>
              <a:t> Прочитай шесть записей: </a:t>
            </a:r>
            <a:r>
              <a:rPr sz="2200" b="1">
                <a:solidFill>
                  <a:srgbClr val="F13A43"/>
                </a:solidFill>
                <a:latin typeface="Manrope"/>
              </a:rPr>
              <a:t>H₂O; CO₂; Na⁺; Ca²⁺; 3H₂O; NaCl</a:t>
            </a:r>
            <a:r>
              <a:rPr sz="2200" b="0">
                <a:solidFill>
                  <a:srgbClr val="151515"/>
                </a:solidFill>
                <a:latin typeface="Manrope"/>
              </a:rPr>
              <a:t>. Что представлено? Сколько атомов каждого элемента? Для иона прочитай заряд, для NaCl назови единицу.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R2.</a:t>
            </a:r>
            <a:r>
              <a:rPr sz="2200" b="0">
                <a:solidFill>
                  <a:srgbClr val="151515"/>
                </a:solidFill>
                <a:latin typeface="Manrope"/>
              </a:rPr>
              <a:t> 0,12 кг = … г; 75 мг = … г; 20% от 50 г = … г. В одинаковых наборах на 3 г A приходится 6 г B: сколько B нужно на 9 г A?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После 20-й минуты: сравним ход выполнения </a:t>
            </a:r>
            <a:r>
              <a:rPr sz="2200" b="1">
                <a:solidFill>
                  <a:srgbClr val="F13A43"/>
                </a:solidFill>
                <a:latin typeface="Manrope"/>
              </a:rPr>
              <a:t>G1–G3</a:t>
            </a:r>
            <a:r>
              <a:rPr sz="2200" b="0">
                <a:solidFill>
                  <a:srgbClr val="151515"/>
                </a:solidFill>
                <a:latin typeface="Manrope"/>
              </a:rPr>
              <a:t>, объясним две общие ошибки, заново решим один исправленный шаг.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15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Урок 2: повторяем ровно 20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F3F0E8"/>
                </a:solidFill>
                <a:latin typeface="Manrope"/>
              </a:rPr>
              <a:t>R1: H₂O — одна молекула, H — 2, O — 1; CO₂ — одна молекула, C — 1, O — 2; Na⁺ — один ион Na, +1; Ca²⁺ — один ион Ca, +2; 3H₂O — три молекулы, H — 6, O — 3; NaCl — одна формульная единица, Na : Cl = 1 : 1.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3F0E8"/>
                </a:solidFill>
                <a:latin typeface="Manrope"/>
              </a:rPr>
              <a:t>R2: 120 г; 0,075 г; 10 г; 18 г B. Для последнего пункта множитель 9/3 = 3.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3F0E8"/>
                </a:solidFill>
                <a:latin typeface="Manrope"/>
              </a:rPr>
              <a:t>Ключ ДЗ для заметок: G1 He — атом, N₂ — молекула, Na⁺ — ион +1, O²⁻ — ион −2; G2 4NH₃: коэффициент 4; в одной молекуле N — 1, H — 3; во всех N — 4, H — 12, всего 16; G3 32 г, 0,48 г, 2500 мг, 0,6 г &gt; 550 мг.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Новый вариант, затем проверка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P2.7.</a:t>
            </a:r>
            <a:r>
              <a:rPr sz="2200" b="0">
                <a:solidFill>
                  <a:srgbClr val="151515"/>
                </a:solidFill>
                <a:latin typeface="Manrope"/>
              </a:rPr>
              <a:t> Где ровно 12 атомов O в представленных единицах? A) 3CO₂; B) 4H₂O; C) 2Ca(OH)₂; D) 3SO₄²⁻. Подтверди выбранный ответ и объясни один неверный.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P2.8.</a:t>
            </a:r>
            <a:r>
              <a:rPr sz="2200" b="0">
                <a:solidFill>
                  <a:srgbClr val="151515"/>
                </a:solidFill>
                <a:latin typeface="Manrope"/>
              </a:rPr>
              <a:t> Целое 0,50 кг, часть 25 г. Ученик написал 25/0,50 × 100% = 5000%. Найди первую ошибку, реши верно и проверь обратно.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В конце: </a:t>
            </a:r>
            <a:r>
              <a:rPr sz="2200" b="1">
                <a:solidFill>
                  <a:srgbClr val="F13A43"/>
                </a:solidFill>
                <a:latin typeface="Manrope"/>
              </a:rPr>
              <a:t>Q1–Q6, 10 минут</a:t>
            </a:r>
            <a:r>
              <a:rPr sz="2200" b="0">
                <a:solidFill>
                  <a:srgbClr val="151515"/>
                </a:solidFill>
                <a:latin typeface="Manrope"/>
              </a:rPr>
              <a:t>, без ключа до сдачи.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После урока: </a:t>
            </a:r>
            <a:r>
              <a:rPr sz="2200" b="1">
                <a:solidFill>
                  <a:srgbClr val="F13A43"/>
                </a:solidFill>
                <a:latin typeface="Manrope"/>
              </a:rPr>
              <a:t>G4–G8 + один вариант A/B/C, 50 минут</a:t>
            </a:r>
            <a:r>
              <a:rPr sz="2200" b="0">
                <a:solidFill>
                  <a:srgbClr val="151515"/>
                </a:solidFill>
                <a:latin typeface="Manrope"/>
              </a:rPr>
              <a:t>; исправления — 25 минут, повторение — 15 минут. Все самостоятельные части недели вместе — </a:t>
            </a:r>
            <a:r>
              <a:rPr sz="2200" b="1">
                <a:solidFill>
                  <a:srgbClr val="F13A43"/>
                </a:solidFill>
                <a:latin typeface="Manrope"/>
              </a:rPr>
              <a:t>150 минут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16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Новый вариант, затем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P2.7 — </a:t>
            </a:r>
            <a:r>
              <a:rPr sz="2400" b="1">
                <a:solidFill>
                  <a:srgbClr val="F3F0E8"/>
                </a:solidFill>
                <a:latin typeface="Manrope"/>
              </a:rPr>
              <a:t>D</a:t>
            </a:r>
            <a:r>
              <a:rPr sz="2400" b="0">
                <a:solidFill>
                  <a:srgbClr val="F3F0E8"/>
                </a:solidFill>
                <a:latin typeface="Manrope"/>
              </a:rPr>
              <a:t>: 3 × 4 = 12; A — 6, B — 4, C — 4 атома O. P2.8 — нужны одинаковые единицы: 0,50 кг = 500 г; 25/500 × 100% = </a:t>
            </a:r>
            <a:r>
              <a:rPr sz="2400" b="1">
                <a:solidFill>
                  <a:srgbClr val="F3F0E8"/>
                </a:solidFill>
                <a:latin typeface="Manrope"/>
              </a:rPr>
              <a:t>5%</a:t>
            </a:r>
            <a:r>
              <a:rPr sz="2400" b="0">
                <a:solidFill>
                  <a:srgbClr val="F3F0E8"/>
                </a:solidFill>
                <a:latin typeface="Manrope"/>
              </a:rPr>
              <a:t>; обратная проверка 500 × 0,05 = 25 г. Ключ Q1–Q6 раскрывать только после сдачи, из преподавательского раздела quiz.md.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