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- Различаю атом, молекулу, ион.</a:t>
            </a:r>
          </a:p>
          <a:p>
            <a:r>
              <a:t>- Вижу символ, индекс, коэффициент и заряд.</a:t>
            </a:r>
          </a:p>
          <a:p>
            <a:r>
              <a:t>- Считаю атомы, включая запись со скобками.</a:t>
            </a:r>
          </a:p>
          <a:p>
            <a:r>
              <a:t>- Перевожу кг/г/мг; нахожу процент; сохраняю отношение.</a:t>
            </a:r>
          </a:p>
          <a:p>
            <a:r>
              <a:t>- Мой вопрос после конспекта: «…».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0–5 минут. Прочитать не более двух вопросов из предварительной работы. Не запускать входную диагностику повторно. Обещать возврат к вопросам после практики; все обязательные понятия объяснить до самостоятельных задач.</a:t>
            </a:r>
          </a:p>
          <a:p/>
          <a:p>
            <a:r>
              <a:t>**Раскрытие ответа**</a:t>
            </a:r>
          </a:p>
          <a:p/>
          <a:p>
            <a:r>
              <a:t>Единственного ответа нет. Вопрос считается сформулированным, если ученик назвал конкретную запись или шаг, который не понял.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- Атом — частица химического элемента. Отдельный атом в наших записях нейтрален: **H**, **He**.</a:t>
            </a:r>
          </a:p>
          <a:p>
            <a:r>
              <a:t>- Молекула — отдельная нейтральная частица из связанных атомов: **O₂**, **H₂O**.</a:t>
            </a:r>
          </a:p>
          <a:p>
            <a:r>
              <a:t>- Ион — заряженный атом или группа атомов: **Na⁺**, **Cl⁻**, **SO₄²⁻**.</a:t>
            </a:r>
          </a:p>
          <a:p>
            <a:r>
              <a:t>- Ион может содержать один атом или несколько. Число атомов и заряд — разные признаки.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E1. Объяснить признаки до вопросов. Не называть атом неделимым и не объяснять образование ионов. Не говорить «любая формула обозначает молекулу». SO₄²⁻ нужен только как пример группы атомов с зарядом, его название и свойства не проверяются.</a:t>
            </a:r>
          </a:p>
          <a:p/>
          <a:p>
            <a:r>
              <a:t>**Раскрытие ответа**</a:t>
            </a:r>
          </a:p>
          <a:p/>
          <a:p>
            <a:r>
              <a:t>Для устного вопроса «Что отличает H₂O от SO₄²⁻ по типу частицы?» — H₂O нейтральная молекула, SO₄²⁻ заряженный многоатомный ион. Оба содержат несколько атомов.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Химический элемент — вид атомов. Его символ начинается с заглавной буквы; вторая буква строчная.</a:t>
            </a:r>
          </a:p>
          <a:p/>
          <a:p>
            <a:r>
              <a:t>| Символ | Элемент | Символ | Элемент |</a:t>
            </a:r>
          </a:p>
          <a:p>
            <a:r>
              <a:t>|---|---|---|---|</a:t>
            </a:r>
          </a:p>
          <a:p>
            <a:r>
              <a:t>| H | водород | He | гелий |</a:t>
            </a:r>
          </a:p>
          <a:p>
            <a:r>
              <a:t>| O | кислород | N | азот |</a:t>
            </a:r>
          </a:p>
          <a:p>
            <a:r>
              <a:t>| C | углерод | S | сера |</a:t>
            </a:r>
          </a:p>
          <a:p>
            <a:r>
              <a:t>| Na | натрий | Cl | хлор |</a:t>
            </a:r>
          </a:p>
          <a:p>
            <a:r>
              <a:t>| Ca | кальций | Mg | магний |</a:t>
            </a:r>
          </a:p>
          <a:p>
            <a:r>
              <a:t>| Al | алюминий | | |</a:t>
            </a:r>
          </a:p>
          <a:p/>
          <a:p>
            <a:r>
              <a:t>В отдельной записи **H** — один атом водорода; в **H₂O** символ H указывает элемент в составе воды. **Cl** — один символ. **CO₂** содержит символы C и O.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E1–E2. Таблица — справка. Показать границу символа пальцем или рамкой. Не требовать заучивания всех названий как отдельной цели недели. Латинскую O не заменять цифрой 0.</a:t>
            </a:r>
          </a:p>
          <a:p/>
          <a:p>
            <a:r>
              <a:t>**Раскрытие ответа**</a:t>
            </a:r>
          </a:p>
          <a:p/>
          <a:p>
            <a:r>
              <a:t>Если спрашиваем «Сколько разных элементов в NaCl и CO₂?»: по два — Na/Cl и C/O. Это не количество атомов.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**H₂O**</a:t>
            </a:r>
          </a:p>
          <a:p/>
          <a:p>
            <a:r>
              <a:t>- ₂ справа снизу после H — индекс: 2 атома H.</a:t>
            </a:r>
          </a:p>
          <a:p>
            <a:r>
              <a:t>- После O цифры нет: индекс равен 1, значит 1 атом O.</a:t>
            </a:r>
          </a:p>
          <a:p>
            <a:r>
              <a:t>- В одной молекуле: 2 + 1 = 3 атома.</a:t>
            </a:r>
          </a:p>
          <a:p>
            <a:r>
              <a:t>- Индекс относится к символу перед ним.</a:t>
            </a:r>
          </a:p>
          <a:p/>
          <a:p>
            <a:r>
              <a:t>**H₂O** и **H₂O₂** — разные составы. Формулу сохраняем как дана.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E2. Сначала объяснить один индекс, затем отсутствие единицы. Отличить «два элемента» от «три атома». Не обсуждать, почему формула вещества именно такая: формулы здесь исходные данные.</a:t>
            </a:r>
          </a:p>
          <a:p/>
          <a:p>
            <a:r>
              <a:t>**Раскрытие ответа**</a:t>
            </a:r>
          </a:p>
          <a:p/>
          <a:p>
            <a:r>
              <a:t>В CO₂: C — 1, O — 2, всего 3 атома в одной молекуле. В H₂O₂: H — 2, O — 2, всего 4 атома.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**3H₂O** — три молекулы воды.</a:t>
            </a:r>
          </a:p>
          <a:p/>
          <a:p>
            <a:r>
              <a:t>| Элемент | В одной молекуле | В трёх молекулах |</a:t>
            </a:r>
          </a:p>
          <a:p>
            <a:r>
              <a:t>|---|---:|---:|</a:t>
            </a:r>
          </a:p>
          <a:p>
            <a:r>
              <a:t>| H | 2 | 3 × 2 = 6 |</a:t>
            </a:r>
          </a:p>
          <a:p>
            <a:r>
              <a:t>| O | 1 | 3 × 1 = 3 |</a:t>
            </a:r>
          </a:p>
          <a:p>
            <a:r>
              <a:t>| Всего | 3 | 9 |</a:t>
            </a:r>
          </a:p>
          <a:p/>
          <a:p>
            <a:r>
              <a:t>3 перед формулой — коэффициент. Если его нет, коэффициент равен 1. Коэффициент умножает количество каждого элемента.</a:t>
            </a:r>
          </a:p>
          <a:p/>
          <a:p>
            <a:r>
              <a:t>Вопрос: сколько атомов O в **2CO₂**?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E2. Дать заполненную модель 3H₂O, затем показать маленький устный вопрос как проверку объяснения. Основная самостоятельная практика — после полного блока теории.</a:t>
            </a:r>
          </a:p>
          <a:p/>
          <a:p>
            <a:r>
              <a:t>**Раскрытие ответа**</a:t>
            </a:r>
          </a:p>
          <a:p/>
          <a:p>
            <a:r>
              <a:t>В 2CO₂: C — 2 × 1 = 2; O — 2 × 2 = **4**; всего 6. Число 4 относится только к O, а 6 — ко всем атомам.</a:t>
            </a:r>
          </a:p>
          <a:p/>
          <a:p>
            <a:r>
              <a:t>Обратный шаг: если в молекулах H₂O всего 6 атомов H, коэффициент 6/2 = 3. Проверка по O: 3 × 1 = 3. Индексы готовой формулы сохраняются.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В **Ca(OH)₂** индекс ₂ после скобок относится ко всему **OH**.</a:t>
            </a:r>
          </a:p>
          <a:p/>
          <a:p>
            <a:r>
              <a:t>| Элемент | В Ca(OH)₂ | В 2Ca(OH)₂ |</a:t>
            </a:r>
          </a:p>
          <a:p>
            <a:r>
              <a:t>|---|---:|---:|</a:t>
            </a:r>
          </a:p>
          <a:p>
            <a:r>
              <a:t>| Ca | 1 | 2 |</a:t>
            </a:r>
          </a:p>
          <a:p>
            <a:r>
              <a:t>| O | 1 × 2 = 2 | 4 |</a:t>
            </a:r>
          </a:p>
          <a:p>
            <a:r>
              <a:t>| H | 1 × 2 = 2 | 4 |</a:t>
            </a:r>
          </a:p>
          <a:p>
            <a:r>
              <a:t>| Всего | 5 | 10 |</a:t>
            </a:r>
          </a:p>
          <a:p/>
          <a:p>
            <a:r>
              <a:t>Порядок: индексы внутри → индекс после скобок → коэффициент перед формулой. Здесь считаем состав формульных единиц.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E3. Сначала рамкой выделить (OH), затем показать стрелки множителя к O и H. Скобка не умножает Ca. Написать полную таблицу, а не только итог 10. Примеры с большей группой используют этот же алгоритм.</a:t>
            </a:r>
          </a:p>
          <a:p/>
          <a:p>
            <a:r>
              <a:t>**Раскрытие ответа**</a:t>
            </a:r>
          </a:p>
          <a:p/>
          <a:p>
            <a:r>
              <a:t>Для переноса алгоритма: в Al₂(SO₄)₃ одна формульная единица содержит Al — 2, S — 3, O — 12. Число 3 после скобки умножает S и O; оно не меняет 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Заряд стоит **справа сверху**, после величины записан знак.</a:t>
            </a:r>
          </a:p>
          <a:p/>
          <a:p>
            <a:r>
              <a:t>| Запись | Что представлено | Заряд одного иона |</a:t>
            </a:r>
          </a:p>
          <a:p>
            <a:r>
              <a:t>|---|---|---:|</a:t>
            </a:r>
          </a:p>
          <a:p>
            <a:r>
              <a:t>| Na⁺ | один ион Na | +1 |</a:t>
            </a:r>
          </a:p>
          <a:p>
            <a:r>
              <a:t>| Ca²⁺ | один ион Ca | +2 |</a:t>
            </a:r>
          </a:p>
          <a:p>
            <a:r>
              <a:t>| Cl⁻ | один ион Cl | −1 |</a:t>
            </a:r>
          </a:p>
          <a:p>
            <a:r>
              <a:t>| SO₄²⁻ | один ион: 1 S и 4 O | −2 |</a:t>
            </a:r>
          </a:p>
          <a:p/>
          <a:p>
            <a:r>
              <a:t>В **3SO₄²⁻** — три иона; заряд каждого −2. ₄ — индекс O, ²⁻ — заряд всей группы SO₄.</a:t>
            </a:r>
          </a:p>
          <a:p/>
          <a:p>
            <a:r>
              <a:t>Для условной группы «два Na⁺ и один Cl⁻» найдите число ионов и суммарный заряд.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E4. Единицу в записи Na⁺ обычно опускают. Суммарный заряд — простое сложение зарядов перечисленных ионов, в единицах элементарного заряда. Не выводить формулу вещества из этой условной группы. Не вводить механизм образования иона.</a:t>
            </a:r>
          </a:p>
          <a:p/>
          <a:p>
            <a:r>
              <a:t>**Раскрытие ответа**</a:t>
            </a:r>
          </a:p>
          <a:p/>
          <a:p>
            <a:r>
              <a:t>Два Na⁺ и один Cl⁻: 3 иона; суммарный заряд 2 × (+1) + 1 × (−1) = **+1**. В 3SO₄²⁻: S — 3, O — 12; суммарный заряд трёх ионов −6, но заряд каждого −2.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Не у всех веществ есть отдельные молекулы.</a:t>
            </a:r>
          </a:p>
          <a:p/>
          <a:p>
            <a:r>
              <a:t>- **NaCl** показывает соотношение Na : Cl = 1 : 1.</a:t>
            </a:r>
          </a:p>
          <a:p>
            <a:r>
              <a:t>- Одна формульная единица NaCl содержит в записи один ион Na⁺ и один Cl⁻.</a:t>
            </a:r>
          </a:p>
          <a:p>
            <a:r>
              <a:t>- **2NaCl** — две формульные единицы: по два иона каждого вида.</a:t>
            </a:r>
          </a:p>
          <a:p>
            <a:r>
              <a:t>- Формула NaCl в целом нейтральна.</a:t>
            </a:r>
          </a:p>
          <a:p/>
          <a:p>
            <a:r>
              <a:t>На этой неделе готовые формулы читаем, правила их составления не изучаем.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E4. Не рисовать отдельные «молекулы соли». Для объяснения достаточно сказать, что формула передаёт соотношение частиц. Типы устройства веществ и их свойства — темы дальнейших недель. В задачах «сколько атомов элемента в записи» можно считать представленное количество Na и Cl, но название единицы должно оставаться верным.</a:t>
            </a:r>
          </a:p>
          <a:p/>
          <a:p>
            <a:r>
              <a:t>**Раскрытие ответа**</a:t>
            </a:r>
          </a:p>
          <a:p/>
          <a:p>
            <a:r>
              <a:t>В 3NaCl представлены Na — 3 и Cl — 3; всего 6 одноатомных ионов. Три формульные единицы, а не три молекулы.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1. Найди символы элементов.</a:t>
            </a:r>
          </a:p>
          <a:p>
            <a:r>
              <a:t>2. Учти индексы после символов; отсутствующий индекс — 1.</a:t>
            </a:r>
          </a:p>
          <a:p>
            <a:r>
              <a:t>3. Умножь состав скобок на индекс после скобок.</a:t>
            </a:r>
          </a:p>
          <a:p>
            <a:r>
              <a:t>4. Умножь весь состав на коэффициент; отсутствующий — 1.</a:t>
            </a:r>
          </a:p>
          <a:p>
            <a:r>
              <a:t>5. Прочитай заряд отдельно. Он не множитель для числа атомов.</a:t>
            </a:r>
          </a:p>
          <a:p/>
          <a:p>
            <a:r>
              <a:t>Проверка ловушек: **3H₂O**, **Ca²⁺**, **2Ca(OH)₂**. У какого числа какая роль?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1: закончить объяснение химической записи перед математикой. Слайд остаётся опорой на практике, затем используется для повторения урока 2. В первой попытке ученик проговаривает шаг; после освоения опору закрыть.</a:t>
            </a:r>
          </a:p>
          <a:p/>
          <a:p>
            <a:r>
              <a:t>**Раскрытие ответа**</a:t>
            </a:r>
          </a:p>
          <a:p/>
          <a:p>
            <a:r>
              <a:t>3H₂O: 3 — коэффициент, ₂ — индекс H. Ca²⁺: ²⁺ — заряд одного иона. 2Ca(OH)₂: первая 2 — коэффициент, последняя ₂ — множитель O и H внутри скобок. Заряд и индекс не меняем местами.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**1 кг = 1000 г; 1 г = 1000 мг.**</a:t>
            </a:r>
          </a:p>
          <a:p/>
          <a:p>
            <a:r>
              <a:t>- кг → г: × 1000; г → мг: × 1000.</a:t>
            </a:r>
          </a:p>
          <a:p>
            <a:r>
              <a:t>- г → кг: ÷ 1000; мг → г: ÷ 1000.</a:t>
            </a:r>
          </a:p>
          <a:p>
            <a:r>
              <a:t>- кг → мг: × 1 000 000.</a:t>
            </a:r>
          </a:p>
          <a:p/>
          <a:p>
            <a:r>
              <a:t>Примеры: 0,40 кг = 400 г; 250 мг = 0,250 г. В меньших единицах числовое значение больше.</a:t>
            </a:r>
          </a:p>
          <a:p/>
          <a:p>
            <a:r>
              <a:t>Проверка: **0,25 кг = … г; 600 мг = … г; 1,2 г = … мг**.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E5; вопросы внизу — P1.4, к ним вернуться в 63–73 минуты. Сначала написать действие, затем двигать запятую. Запятая десятичная; 0,250 г и 0,25 г равны. Для сравнения масс сначала привести обе к одной единице.</a:t>
            </a:r>
          </a:p>
          <a:p/>
          <a:p>
            <a:r>
              <a:t>**Раскрытие ответа**</a:t>
            </a:r>
          </a:p>
          <a:p/>
          <a:p>
            <a:r>
              <a:t>0,25 × 1000 = **250 г**; 600/1000 = **0,6 г**; 1,2 × 1000 = **1200 мг**. Обратная проверка: 1200 мг / 1000 = 1,2 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Сначала приведи часть и целое к одинаковым единицам.</a:t>
            </a:r>
          </a:p>
          <a:p/>
          <a:p>
            <a:r>
              <a:t>- Процент части: **часть / целое × 100%**.</a:t>
            </a:r>
          </a:p>
          <a:p>
            <a:r>
              <a:t>- Часть по проценту: **целое × (p/100)**.</a:t>
            </a:r>
          </a:p>
          <a:p>
            <a:r>
              <a:t>- Целое по известной части: **часть / (p/100)**.</a:t>
            </a:r>
          </a:p>
          <a:p/>
          <a:p>
            <a:r>
              <a:t>30 г от 200 г: 30/200 = 0,15 = **15%**.</a:t>
            </a:r>
          </a:p>
          <a:p/>
          <a:p>
            <a:r>
              <a:t>15% от 200 г: 200 × 0,15 = **30 г**.</a:t>
            </a:r>
          </a:p>
          <a:p/>
          <a:p>
            <a:r>
              <a:t>30 г — это 15% целого: 30/0,15 = **200 г**.</a:t>
            </a:r>
          </a:p>
          <a:p/>
          <a:p>
            <a:r>
              <a:t>Вопрос для практики: 12 г — какой процент от 80 г?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E6. Все три действия объяснить до практики. Каждый раз подписать «ищем часть/целое/процент». Не вводить вычисление массы по химической формуле: здесь доля выбранной части образца дана или вычисляется из данных условия.</a:t>
            </a:r>
          </a:p>
          <a:p/>
          <a:p>
            <a:r>
              <a:t>**Раскрытие ответа**</a:t>
            </a:r>
          </a:p>
          <a:p/>
          <a:p>
            <a:r>
              <a:t>12/80 × 100% = **15%**; проверка 80 × 0,15 = 12 г. Доля 0,15 и процент 15% выражают одну часть разными способами.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Если отношение по условию постоянно, обе величины меняются в одинаковое число раз.</a:t>
            </a:r>
          </a:p>
          <a:p/>
          <a:p>
            <a:r>
              <a:t>На 2 г компонента A приходится 5 г B. На 6 г A потребуется **5 × (6/2) = 15 г B**.</a:t>
            </a:r>
          </a:p>
          <a:p/>
          <a:p>
            <a:r>
              <a:t>Если A : B = 2 : 3, а вместе 20 г:</a:t>
            </a:r>
          </a:p>
          <a:p/>
          <a:p>
            <a:r>
              <a:t>1. Всего 2 + 3 = 5 равных частей.</a:t>
            </a:r>
          </a:p>
          <a:p>
            <a:r>
              <a:t>2. Одна часть: 20/5 = 4 г.</a:t>
            </a:r>
          </a:p>
          <a:p>
            <a:r>
              <a:t>3. A: 2 × 4 = 8 г; B: 3 × 4 = 12 г.</a:t>
            </a:r>
          </a:p>
          <a:p>
            <a:r>
              <a:t>4. Проверка: 8 + 12 = 20; 8/12 = 2/3.</a:t>
            </a:r>
          </a:p>
          <a:p/>
          <a:p>
            <a:r>
              <a:t>A и B — обозначения компонентов из условия, не символы химических элементов.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E6. Различить отношение A к B и долю A от всего: 2/3 и 2/(2 + 3). Для слабой базы нарисовать пять одинаковых прямоугольников, два закрасить одним цветом, три другим. Рисунок лишь показывает равные массовые части.</a:t>
            </a:r>
          </a:p>
          <a:p/>
          <a:p>
            <a:r>
              <a:t>**Раскрытие ответа**</a:t>
            </a:r>
          </a:p>
          <a:p/>
          <a:p>
            <a:r>
              <a:t>На 4 г A берут 10 г B, значит на 12 г A нужно 30 г B. Для A : B = 3 : 5 и общей массы 320 г: 8 частей, по 40 г; A — 120 г, B — 200 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1. **H; O₂; Na⁺; SO₄²⁻**: тип частицы; для иона заряд.</a:t>
            </a:r>
          </a:p>
          <a:p>
            <a:r>
              <a:t>2. **3H₂O**: коэффициент, индексы, атомы H/O/всего.</a:t>
            </a:r>
          </a:p>
          <a:p>
            <a:r>
              <a:t>3. **2Ca(OH)₂**: атомы Ca/O/H/всего; поясни скобки.</a:t>
            </a:r>
          </a:p>
          <a:p>
            <a:r>
              <a:t>4. **2CO₂**: сколько атомов O? A) 2; B) 3; C) 4; D) 6.</a:t>
            </a:r>
          </a:p>
          <a:p>
            <a:r>
              <a:t>5. Целое **0,20 кг**, часть **30 г**: какой процент? A) 0,15%; B) 15%; C) 150%; D) 15000%.</a:t>
            </a:r>
          </a:p>
          <a:p/>
          <a:p>
            <a:r>
              <a:t>Ответ без шага не показывает, как ты решил. Сначала своя попытка, затем общий разбор.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1: пункты 1–3 соответствуют P1.1–P1.3 в 53–63 минуты, 4–5 — P1.7–P1.8 в 73–80. Между ними математическая практика P1.4–P1.6, слайды 10–12. Не проводить все пять пунктов одним новым блоком. Самостоятельный ответ принимать до раскрытия ключа.</a:t>
            </a:r>
          </a:p>
          <a:p/>
          <a:p>
            <a:r>
              <a:t>**Раскрытие ответа**</a:t>
            </a:r>
          </a:p>
          <a:p/>
          <a:p>
            <a:r>
              <a:t>1. H — атом; O₂ — молекула; Na⁺ — ион +1; SO₄²⁻ — ион −2.</a:t>
            </a:r>
          </a:p>
          <a:p>
            <a:r>
              <a:t>2. Коэффициент 3; индексы H — 2, O — 1; H — 6, O — 3, всего 9.</a:t>
            </a:r>
          </a:p>
          <a:p>
            <a:r>
              <a:t>3. Ca — 2, O — 4, H — 4, всего 10; скобка умножает O и H.</a:t>
            </a:r>
          </a:p>
          <a:p>
            <a:r>
              <a:t>4. **C, 4**: 2 × 2. D — число всех атомов, а спрашивают O.</a:t>
            </a:r>
          </a:p>
          <a:p>
            <a:r>
              <a:t>5. **B, 15%**: 0,20 кг = 200 г; 30/200 ×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X1. H — атом или молекула?</a:t>
            </a:r>
          </a:p>
          <a:p/>
          <a:p>
            <a:r>
              <a:t>X2. O₂ — молекула или ион?</a:t>
            </a:r>
          </a:p>
          <a:p/>
          <a:p>
            <a:r>
              <a:t>X3. Ca²⁺ — какая частица и какой заряд?</a:t>
            </a:r>
          </a:p>
          <a:p/>
          <a:p>
            <a:r>
              <a:t>X4. Чем отличаются ₂ и 3 в 3H₂O?</a:t>
            </a:r>
          </a:p>
          <a:p/>
          <a:p>
            <a:r>
              <a:t>X5. 0,30 кг = … г. X6. 450 мг = … г.</a:t>
            </a:r>
          </a:p>
          <a:p/>
          <a:p>
            <a:r>
              <a:t>X7. 5 г — какой процент от 20 г?</a:t>
            </a:r>
          </a:p>
          <a:p/>
          <a:p>
            <a:r>
              <a:t>До урока 2: **G1–G3, 15 минут**, входят в недельное ДЗ. Запиши незавершённый шаг и вопрос.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1, 80–87: четыре минуты на ответы, три на ключ; X4–X7 с пояснением. 87–90: назначить ДЗ и вернуться к двум исходным вопросам. Не называть результат прогнозом ЕНТ и не выполнять полную диагностику.</a:t>
            </a:r>
          </a:p>
          <a:p/>
          <a:p>
            <a:r>
              <a:t>**Раскрытие ответа**</a:t>
            </a:r>
          </a:p>
          <a:p/>
          <a:p>
            <a:r>
              <a:t>X1 атом H; X2 молекула O₂; X3 один ион Ca, +2; X4 индекс 2 — атомы H в одной молекуле, коэффициент 3 — три молекулы; X5 300 г; X6 0,45 г; X7 25%. Максимум 7 баллов по плану урока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**R1.** Прочитай шесть записей: **H₂O; CO₂; Na⁺; Ca²⁺; 3H₂O; NaCl**. Что представлено? Сколько атомов каждого элемента? Для иона прочитай заряд, для NaCl назови единицу.</a:t>
            </a:r>
          </a:p>
          <a:p/>
          <a:p>
            <a:r>
              <a:t>**R2.** 0,12 кг = … г; 75 мг = … г; 20% от 50 г = … г. В одинаковых наборах на 3 г A приходится 6 г B: сколько B нужно на 9 г A?</a:t>
            </a:r>
          </a:p>
          <a:p/>
          <a:p>
            <a:r>
              <a:t>После 20-й минуты: сравним ход выполнения **G1–G3**, объясним две общие ошибки, заново решим один исправленный шаг.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2: 0–4 воспроизведение алгоритма по слайду 9; 4–12 R1; 12–20 R2. 20–35 разбор уже сданного ДЗ, точные условия и ключ G1–G3 в плане 2. Ученик с ошибкой объясняет новый ход, а не только копирует число. Все определения уже вводились на уроке 1.</a:t>
            </a:r>
          </a:p>
          <a:p/>
          <a:p>
            <a:r>
              <a:t>**Раскрытие ответа**</a:t>
            </a:r>
          </a:p>
          <a:p/>
          <a:p>
            <a:r>
              <a:t>R1: H₂O — одна молекула, H — 2, O — 1; CO₂ — одна молекула, C — 1, O — 2; Na⁺ — один ион Na, +1; Ca²⁺ — один ион Ca, +2; 3H₂O — три молекулы, H — 6, O — 3; NaCl — одна формульная единица, Na : Cl = 1 : 1.</a:t>
            </a:r>
          </a:p>
          <a:p/>
          <a:p>
            <a:r>
              <a:t>R2: 120 г; 0,075 г; 10 г; 18 г B. Для последнего пункта множитель 9/3 = 3.</a:t>
            </a:r>
          </a:p>
          <a:p/>
          <a:p>
            <a:r>
              <a:t>Ключ ДЗ для заметок: G1 He — атом, N₂ — молекула, Na⁺ — ион +1, O²⁻ — ион −2; G2 4NH₃: коэффициент 4; в одной молекуле N — 1, H — 3; во всех N — 4, H — 12, всего 16; G3 32 г, 0,48 г, 2500 мг, 0,6 г &gt; 550 мг.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**Текст ученику**</a:t>
            </a:r>
          </a:p>
          <a:p/>
          <a:p>
            <a:r>
              <a:t>**P2.7.** Где ровно 12 атомов O в представленных единицах? A) 3CO₂; B) 4H₂O; C) 2Ca(OH)₂; D) 3SO₄²⁻. Подтверди выбранный ответ и объясни один неверный.</a:t>
            </a:r>
          </a:p>
          <a:p/>
          <a:p>
            <a:r>
              <a:t>**P2.8.** Целое 0,50 кг, часть 25 г. Ученик написал 25/0,50 × 100% = 5000%. Найди первую ошибку, реши верно и проверь обратно.</a:t>
            </a:r>
          </a:p>
          <a:p/>
          <a:p>
            <a:r>
              <a:t>В конце: **Q1–Q6, 10 минут**, без ключа до сдачи.</a:t>
            </a:r>
          </a:p>
          <a:p/>
          <a:p>
            <a:r>
              <a:t>После урока: **G4–G8 + один вариант A/B/C, 50 минут**; исправления — 25 минут, повторение — 15 минут. Все самостоятельные части недели вместе — **150 минут**.</a:t>
            </a:r>
          </a:p>
          <a:p/>
          <a:p>
            <a:r>
              <a:t>**Заметки преподавателю**</a:t>
            </a:r>
          </a:p>
          <a:p/>
          <a:p>
            <a:r>
              <a:t>Урок 2, 35–65: совместные P2.1–P2.6 по полным условиям плана 2, на доске используем опоры слайдов 5–12; самостоятельная попытка P2.7–P2.8 — 65–78. 78–88 — quiz, 88–90 — назвать шаг проверки и назначить работу. Не прибавлять отдельные минуты на домашку или контроль. A — углубление, B — закрепление, C — поддержка, один вариант на ученика.</a:t>
            </a:r>
          </a:p>
          <a:p/>
          <a:p>
            <a:r>
              <a:t>**Раскрытие ответа**</a:t>
            </a:r>
          </a:p>
          <a:p/>
          <a:p>
            <a:r>
              <a:t>P2.7 — **D**: 3 × 4 = 12; A — 6, B — 4, C — 4 атома O. P2.8 — нужны одинаковые единицы: 0,50 кг = 500 г; 25/500 × 100% = **5%**; обратная проверка 500 × 0,05 = 25 г. Ключ Q1–Q6 раскрывать только после сдачи, из преподавательского раздела quiz.md.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1. Что научимся читать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Различаю атом, молекулу, ион.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Вижу символ, индекс, коэффициент и заряд.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Считаю атомы, включая запись со скобками.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Перевожу кг/г/мг; нахожу процент; сохраняю отношение.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Мой вопрос после конспекта: «…».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2. Атом, молекула, ион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Атом — частица химического элемента. Отдельный атом в наших записях нейтрален: H, He.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Молекула — отдельная нейтральная частица из связанных атомов: O₂, H₂O.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Ион — заряженный атом или группа атомов: Na⁺, Cl⁻, SO₄²⁻.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Ион может содержать один атом или несколько. Число атомов и заряд — разные признаки.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3. Символ — одна или две буквы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Химический элемент — вид атомов. Его символ начинается с заглавной буквы; вторая буква строчная.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Символ  ·  Элемент  ·  Символ  ·  Элемент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H  ·  водород  ·  He  ·  гелий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O  ·  кислород  ·  N  ·  азот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C  ·  углерод  ·  S  ·  сера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Na  ·  натрий  ·  Cl  ·  хлор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Ca  ·  кальций  ·  Mg  ·  магний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Al  ·  алюминий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 отдельной записи H — один атом водорода; в H₂O символ H указывает элемент в составе воды. Cl — один символ. CO₂ содержит символы C и 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4. Индекс описывает одну частицу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H₂O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₂ справа снизу после H — индекс: 2 атома H.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После O цифры нет: индекс равен 1, значит 1 атом O.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 одной молекуле: 2 + 1 = 3 атома.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Индекс относится к символу перед ним.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H₂O и H₂O₂ — разные составы. Формулу сохраняем как дана.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5. Коэффициент умножает весь состав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3H₂O — три молекулы воды.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Элемент  ·  В одной молекуле  ·  В трёх молекулах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H  ·  2  ·  3 × 2 = 6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O  ·  1  ·  3 × 1 = 3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Всего  ·  3  ·  9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 перед формулой — коэффициент. Если его нет, коэффициент равен 1. Коэффициент умножает количество каждого элемента.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Вопрос: сколько атомов O в 2CO₂?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6. Скобки собирают группу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 Ca(OH)₂ индекс ₂ после скобок относится ко всему OH.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Элемент  ·  В Ca(OH)₂  ·  В 2Ca(OH)₂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Ca  ·  1  ·  2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O  ·  1 × 2 = 2  ·  4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H  ·  1 × 2 = 2  ·  4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Всего  ·  5  ·  10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Порядок: индексы внутри → индекс после скобок → коэффициент перед формулой. Здесь считаем состав формульных единиц.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7. Заряд читаем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Заряд стоит справа сверху, после величины записан знак.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Запись  ·  Что представлено  ·  Заряд одного иона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Na⁺  ·  один ион Na  ·  +1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Ca²⁺  ·  один ион Ca  ·  +2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Cl⁻  ·  один ион Cl  ·  −1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SO₄²⁻  ·  один ион: 1 S и 4 O  ·  −2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 3SO₄²⁻ — три иона; заряд каждого −2. ₄ — индекс O, ²⁻ — заряд всей группы SO₄.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Для условной группы «два Na⁺ и один Cl⁻» найдите число ионов и суммарный заряд.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8. У NaCl — формульная единица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Не у всех веществ есть отдельные молекулы.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NaCl показывает соотношение Na : Cl = 1 : 1.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Одна формульная единица NaCl содержит в записи один ион Na⁺ и один Cl⁻.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2NaCl — две формульные единицы: по два иона каждого вида.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Формула NaCl в целом нейтральна.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На этой неделе готовые формулы читаем, правила их составления не изучаем.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9. Пять шагов чтения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1. Найди символы элементов.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2. Учти индексы после символов; отсутствующий индекс — 1.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3. Умножь состав скобок на индекс после скобок.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4. Умножь весь состав на коэффициент; отсутствующий — 1.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5. Прочитай заряд отдельно. Он не множитель для числа атомов.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Проверка ловушек: 3H₂O, Ca²⁺, 2Ca(OH)₂. У какого числа какая роль?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10. Масса та же, единицы другие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1 кг = 1000 г; 1 г = 1000 мг.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кг → г: × 1000; г → мг: × 1000.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г → кг: ÷ 1000; мг → г: ÷ 1000.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кг → мг: × 1 000 000.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Примеры: 0,40 кг = 400 г; 250 мг = 0,250 г. В меньших единицах числовое значение больше.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Проверка: 0,25 кг = … г; 600 мг = … г; 1,2 г = … мг.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11. Процент: часть и целое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Сначала приведи часть и целое к одинаковым единицам.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Процент части: часть / целое × 100%.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Часть по проценту: целое × (p/100).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Целое по известной части: часть / (p/100).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30 г от 200 г: 30/200 = 0,15 = 15%.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15% от 200 г: 200 × 0,15 = 30 г.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30 г — это 15% целого: 30/0,15 = 200 г.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Вопрос для практики: 12 г — какой процент от 80 г?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12. Пропорция и равные части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Если отношение по условию постоянно, обе величины меняются в одинаковое число раз.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На 2 г компонента A приходится 5 г B. На 6 г A потребуется 5 × (6/2) = 15 г B.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Если A : B = 2 : 3, а вместе 20 г: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1. Всего 2 + 3 = 5 равных частей.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2. Одна часть: 20/5 = 4 г.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3. A: 2 × 4 = 8 г; B: 3 × 4 = 12 г.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4. Проверка: 8 + 12 = 20; 8/12 = 2/3.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A и B — обозначения компонентов из условия, не символы химических элементов.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13. Самостоятельная практика после объяснения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1. H; O₂; Na⁺; SO₄²⁻: тип частицы; для иона заряд.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2. 3H₂O: коэффициент, индексы, атомы H/O/всего.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3. 2Ca(OH)₂: атомы Ca/O/H/всего; поясни скобки.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4. 2CO₂: сколько атомов O? A) 2; B) 3; C) 4; D) 6.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5. Целое 0,20 кг, часть 30 г: какой процент? A) 0,15%; B) 15%; C) 150%; D) 15000%.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Ответ без шага не показывает, как ты решил. Сначала своя попытка, затем общий разбор.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14. Выход из урока 1 и домашний шаг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X1. H — атом или молекула?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X2. O₂ — молекула или ион?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X3. Ca²⁺ — какая частица и какой заряд?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X4. Чем отличаются ₂ и 3 в 3H₂O?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X5. 0,30 кг = … г. X6. 450 мг = … г.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X7. 5 г — какой процент от 20 г?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До урока 2: G1–G3, 15 минут, входят в недельное ДЗ. Запиши незавершённый шаг и вопрос.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15. Урок 2: повторяем ровно 20 минут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R1. Прочитай шесть записей: H₂O; CO₂; Na⁺; Ca²⁺; 3H₂O; NaCl. Что представлено? Сколько атомов каждого элемента? Для иона прочитай заряд, для NaCl назови единицу.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R2. 0,12 кг = … г; 75 мг = … г; 20% от 50 г = … г. В одинаковых наборах на 3 г A приходится 6 г B: сколько B нужно на 9 г A?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После 20-й минуты: сравним ход выполнения G1–G3, объясним две общие ошибки, заново решим один исправленный шаг.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Слайд 16. Новый вариант, затем проверка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P2.7. Где ровно 12 атомов O в представленных единицах? A) 3CO₂; B) 4H₂O; C) 2Ca(OH)₂; D) 3SO₄²⁻. Подтверди выбранный ответ и объясни один неверный.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P2.8. Целое 0,50 кг, часть 25 г. Ученик написал 25/0,50 × 100% = 5000%. Найди первую ошибку, реши верно и проверь обратно.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В конце: Q1–Q6, 10 минут, без ключа до сдачи.</a:t>
            </a:r>
          </a:p>
          <a:p>
            <a:pPr>
              <a:spcAft>
                <a:spcPts val="300"/>
              </a:spcAft>
              <a:defRPr sz="2200">
                <a:solidFill>
                  <a:srgbClr val="1E293B"/>
                </a:solidFill>
                <a:latin typeface="DejaVu Sans"/>
              </a:defRPr>
            </a:pPr>
            <a:r>
              <a:t>После урока: G4–G8 + один вариант A/B/C, 50 минут; исправления — 25 минут, повторение — 15 минут. Все самостоятельные части недели вместе — 150 минут.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Черновик для проверки преподавателем •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